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0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C94837-51BB-4E90-9C26-FD64B2389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77270A-C234-4C03-8BD2-2302F583A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82C794-D255-4B16-9F6F-5BB95111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5AAE82-E728-4660-AD48-EBECE28B7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1A0D1-A18C-417B-AE14-9997960E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7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1D8DB-BA0D-4117-962E-6F1FB1864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89558B-4C66-40F7-B75E-F680E72FD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229212-D0DA-4332-997F-3B941318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4887F-B906-4168-886B-E9E9203C6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120D5C-AF97-48F8-BCD7-68237A5A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831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FF235-CA5E-4A9D-8FCD-59E7021E4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6DAF2-B118-49EC-9482-6D2778217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10D717-379C-48DD-B94B-5C291606E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27EE8-25CF-4C75-AF50-E2F791E01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34C10B-D0ED-40E8-B0A6-3644CE73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60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5F6CB-D59D-42F5-A7FC-3AA37535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F791CB-C680-4DCB-B3E9-D179FFF20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9925CC-4D6D-4D58-89B4-88CC880FF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746CD4-9C30-478E-A739-97FD468CA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D9AB04-1C6A-4719-8D74-A9BC67C16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7A3B2-F5E8-4F07-9F7B-FC6F6D11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926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6A5AA6-A3EC-4083-8703-EB14C96A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E99AE6-0F17-4F1E-8C15-813E7FE82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0E50EE-C0F2-45B2-906C-35A548677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40D3AA-AF02-4F87-AAE4-FCF1E95FE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345848-D236-4A35-BE93-BB2D79DBD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81FDF6-9E45-4A9F-A12E-B116D5379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EF08FE-E567-49EA-820C-CFC650CF7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386360-20FA-4E83-8CBB-5BECE50D2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09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F11B3-3A2A-4215-B605-2BD6A8C8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3B8A80-480F-49B0-880E-78442B710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63CA41-B588-43B9-9C1A-ACC3BC2A8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1E5D40-0A5F-40D5-BBE0-3630BF14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98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0588DD-3774-4168-8AF2-0E5FB6E3E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29A4E2-B5E1-4604-9FCD-85EA5B551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291AEC-0F92-470B-9AE3-C68D5BEF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804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FA488-79B4-462A-8366-6598420E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B6BAE2-4BCD-4FA4-9B55-8AA360DBA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9B404C-6E22-4B39-B653-53BB206F1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0A7E04-D58D-4EF6-9913-7CACC576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EFACD6-1EFC-4FA4-B7C1-660971E8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3F1E72-680A-41D1-A655-DFE57708A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77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5391C-5F71-4D5E-A4E5-8B07CC9E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79CF61-9200-4BA9-8630-06F8E1BF9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3E9061-3089-4A51-A671-5185F7E41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964EA0-4D55-42B3-BFB6-97487544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29B3E7-FF05-450E-9F61-B809FB136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AA4106-C4DE-4E5D-9F56-DA17A6FF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203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943F90-5E8B-469F-9894-53BA4DA9C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EC6355-C570-4D1B-85B9-4234BE5DC0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72679-A711-4998-AA7E-92AF604C9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1932B0-978B-4C6F-88A4-F488CE3B2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2FF58-613C-4CCD-BD42-BAB6877DC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82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BA7923-5EA0-4406-83A2-446308142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1CFA5F-4847-4431-BC86-BF16F1AB5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059EAA-F957-4AF1-8659-FA3AE6BF0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4A5B1D-8E33-4809-81D0-F3465398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C7C44E-3FC7-4656-AFB6-458B4F23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795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5314DC-6938-400F-B108-B96638A8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68358C-C7F8-41B0-8A9C-8BAD947DA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050D05-EECA-426C-86DA-27BFC63690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00AEC-DB69-48EF-AE4F-57A1400CA1DE}" type="datetimeFigureOut">
              <a:rPr lang="zh-CN" altLang="en-US" smtClean="0"/>
              <a:t>2019/2/28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312E59-490C-405A-92E0-CCC3EB2C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0EACA4-0FEA-40ED-9AC8-CF6EDAD58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70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1CAA42A-FB5A-4025-B1C6-C77DA9E0087C}"/>
              </a:ext>
            </a:extLst>
          </p:cNvPr>
          <p:cNvSpPr/>
          <p:nvPr/>
        </p:nvSpPr>
        <p:spPr>
          <a:xfrm>
            <a:off x="402336" y="411480"/>
            <a:ext cx="95132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515D2E1C-9706-4CD3-AB86-8F8A05FC0A47}"/>
              </a:ext>
            </a:extLst>
          </p:cNvPr>
          <p:cNvSpPr/>
          <p:nvPr/>
        </p:nvSpPr>
        <p:spPr>
          <a:xfrm>
            <a:off x="1600201" y="498348"/>
            <a:ext cx="126761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Call</a:t>
            </a:r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CCEDD8E-45C4-4522-A483-9065692373A2}"/>
              </a:ext>
            </a:extLst>
          </p:cNvPr>
          <p:cNvSpPr/>
          <p:nvPr/>
        </p:nvSpPr>
        <p:spPr>
          <a:xfrm>
            <a:off x="3114352" y="28346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250B9F-ADC4-4A27-9412-603DBAE6A952}"/>
              </a:ext>
            </a:extLst>
          </p:cNvPr>
          <p:cNvSpPr/>
          <p:nvPr/>
        </p:nvSpPr>
        <p:spPr>
          <a:xfrm>
            <a:off x="181710" y="1197864"/>
            <a:ext cx="135565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Client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DBEAA8-B5EB-44E3-A4B1-E84AA5079469}"/>
              </a:ext>
            </a:extLst>
          </p:cNvPr>
          <p:cNvSpPr/>
          <p:nvPr/>
        </p:nvSpPr>
        <p:spPr>
          <a:xfrm>
            <a:off x="3063239" y="1197864"/>
            <a:ext cx="10166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Actor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0F5EBBD-2669-4FAB-8E9C-80F638A1A160}"/>
              </a:ext>
            </a:extLst>
          </p:cNvPr>
          <p:cNvSpPr/>
          <p:nvPr/>
        </p:nvSpPr>
        <p:spPr>
          <a:xfrm>
            <a:off x="3239671" y="406088"/>
            <a:ext cx="663760" cy="663760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0A59C00-02FF-4FF1-8BAA-2B58FBFB573C}"/>
              </a:ext>
            </a:extLst>
          </p:cNvPr>
          <p:cNvSpPr/>
          <p:nvPr/>
        </p:nvSpPr>
        <p:spPr>
          <a:xfrm>
            <a:off x="3239671" y="406088"/>
            <a:ext cx="663760" cy="66376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36142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1CAA42A-FB5A-4025-B1C6-C77DA9E0087C}"/>
              </a:ext>
            </a:extLst>
          </p:cNvPr>
          <p:cNvSpPr/>
          <p:nvPr/>
        </p:nvSpPr>
        <p:spPr>
          <a:xfrm>
            <a:off x="402336" y="411480"/>
            <a:ext cx="95132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CCEDD8E-45C4-4522-A483-9065692373A2}"/>
              </a:ext>
            </a:extLst>
          </p:cNvPr>
          <p:cNvSpPr/>
          <p:nvPr/>
        </p:nvSpPr>
        <p:spPr>
          <a:xfrm>
            <a:off x="3114352" y="28346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250B9F-ADC4-4A27-9412-603DBAE6A952}"/>
              </a:ext>
            </a:extLst>
          </p:cNvPr>
          <p:cNvSpPr/>
          <p:nvPr/>
        </p:nvSpPr>
        <p:spPr>
          <a:xfrm>
            <a:off x="181710" y="1197864"/>
            <a:ext cx="135565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Client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DBEAA8-B5EB-44E3-A4B1-E84AA5079469}"/>
              </a:ext>
            </a:extLst>
          </p:cNvPr>
          <p:cNvSpPr/>
          <p:nvPr/>
        </p:nvSpPr>
        <p:spPr>
          <a:xfrm>
            <a:off x="3063239" y="1197864"/>
            <a:ext cx="10166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Actor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0F5EBBD-2669-4FAB-8E9C-80F638A1A160}"/>
              </a:ext>
            </a:extLst>
          </p:cNvPr>
          <p:cNvSpPr/>
          <p:nvPr/>
        </p:nvSpPr>
        <p:spPr>
          <a:xfrm>
            <a:off x="3239671" y="406088"/>
            <a:ext cx="663760" cy="663760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2" name="乘号 1">
            <a:extLst>
              <a:ext uri="{FF2B5EF4-FFF2-40B4-BE49-F238E27FC236}">
                <a16:creationId xmlns:a16="http://schemas.microsoft.com/office/drawing/2014/main" id="{1BBD0AA4-0382-4006-B754-D86B7568B764}"/>
              </a:ext>
            </a:extLst>
          </p:cNvPr>
          <p:cNvSpPr/>
          <p:nvPr/>
        </p:nvSpPr>
        <p:spPr>
          <a:xfrm>
            <a:off x="1767545" y="406088"/>
            <a:ext cx="932924" cy="669798"/>
          </a:xfrm>
          <a:prstGeom prst="mathMultiply">
            <a:avLst/>
          </a:prstGeom>
          <a:solidFill>
            <a:srgbClr val="E8202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EC6035-BE52-4FFE-A4F4-1A7877CFE4A6}"/>
              </a:ext>
            </a:extLst>
          </p:cNvPr>
          <p:cNvSpPr/>
          <p:nvPr/>
        </p:nvSpPr>
        <p:spPr>
          <a:xfrm>
            <a:off x="1353662" y="1210437"/>
            <a:ext cx="16754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Sharing State</a:t>
            </a:r>
            <a:endParaRPr lang="zh-CN" altLang="en-US" sz="16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7222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3.7037E-7 L 0.075 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85185E-6 L -0.06797 0.0025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8" y="11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0046 L -0.11003 0.0004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69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6" grpId="0" animBg="1"/>
      <p:bldP spid="2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1CAA42A-FB5A-4025-B1C6-C77DA9E0087C}"/>
              </a:ext>
            </a:extLst>
          </p:cNvPr>
          <p:cNvSpPr/>
          <p:nvPr/>
        </p:nvSpPr>
        <p:spPr>
          <a:xfrm>
            <a:off x="402336" y="411480"/>
            <a:ext cx="95132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CCEDD8E-45C4-4522-A483-9065692373A2}"/>
              </a:ext>
            </a:extLst>
          </p:cNvPr>
          <p:cNvSpPr/>
          <p:nvPr/>
        </p:nvSpPr>
        <p:spPr>
          <a:xfrm>
            <a:off x="3114352" y="28346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250B9F-ADC4-4A27-9412-603DBAE6A952}"/>
              </a:ext>
            </a:extLst>
          </p:cNvPr>
          <p:cNvSpPr/>
          <p:nvPr/>
        </p:nvSpPr>
        <p:spPr>
          <a:xfrm>
            <a:off x="181710" y="1197864"/>
            <a:ext cx="135565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Client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DBEAA8-B5EB-44E3-A4B1-E84AA5079469}"/>
              </a:ext>
            </a:extLst>
          </p:cNvPr>
          <p:cNvSpPr/>
          <p:nvPr/>
        </p:nvSpPr>
        <p:spPr>
          <a:xfrm>
            <a:off x="3063239" y="1197864"/>
            <a:ext cx="10166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Actor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0F5EBBD-2669-4FAB-8E9C-80F638A1A160}"/>
              </a:ext>
            </a:extLst>
          </p:cNvPr>
          <p:cNvSpPr/>
          <p:nvPr/>
        </p:nvSpPr>
        <p:spPr>
          <a:xfrm>
            <a:off x="3239671" y="406088"/>
            <a:ext cx="663760" cy="663760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2" name="箭头: 左 1">
            <a:extLst>
              <a:ext uri="{FF2B5EF4-FFF2-40B4-BE49-F238E27FC236}">
                <a16:creationId xmlns:a16="http://schemas.microsoft.com/office/drawing/2014/main" id="{28263A3A-2784-48E4-8C5E-CBECDC519144}"/>
              </a:ext>
            </a:extLst>
          </p:cNvPr>
          <p:cNvSpPr/>
          <p:nvPr/>
        </p:nvSpPr>
        <p:spPr>
          <a:xfrm>
            <a:off x="1600201" y="495652"/>
            <a:ext cx="1267612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Read</a:t>
            </a:r>
            <a:endParaRPr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A13E071-E36F-4D22-83BE-06A4CD02F00E}"/>
              </a:ext>
            </a:extLst>
          </p:cNvPr>
          <p:cNvSpPr/>
          <p:nvPr/>
        </p:nvSpPr>
        <p:spPr>
          <a:xfrm>
            <a:off x="3239672" y="627713"/>
            <a:ext cx="195248" cy="19524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36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44444E-6 L -0.18672 0.003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36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1CAA42A-FB5A-4025-B1C6-C77DA9E0087C}"/>
              </a:ext>
            </a:extLst>
          </p:cNvPr>
          <p:cNvSpPr/>
          <p:nvPr/>
        </p:nvSpPr>
        <p:spPr>
          <a:xfrm>
            <a:off x="402336" y="411480"/>
            <a:ext cx="95132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515D2E1C-9706-4CD3-AB86-8F8A05FC0A47}"/>
              </a:ext>
            </a:extLst>
          </p:cNvPr>
          <p:cNvSpPr/>
          <p:nvPr/>
        </p:nvSpPr>
        <p:spPr>
          <a:xfrm rot="2424249">
            <a:off x="1571627" y="863291"/>
            <a:ext cx="1267612" cy="484632"/>
          </a:xfrm>
          <a:prstGeom prst="rightArrow">
            <a:avLst>
              <a:gd name="adj1" fmla="val 50000"/>
              <a:gd name="adj2" fmla="val 637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Call</a:t>
            </a:r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CCEDD8E-45C4-4522-A483-9065692373A2}"/>
              </a:ext>
            </a:extLst>
          </p:cNvPr>
          <p:cNvSpPr/>
          <p:nvPr/>
        </p:nvSpPr>
        <p:spPr>
          <a:xfrm>
            <a:off x="3057202" y="163775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250B9F-ADC4-4A27-9412-603DBAE6A952}"/>
              </a:ext>
            </a:extLst>
          </p:cNvPr>
          <p:cNvSpPr/>
          <p:nvPr/>
        </p:nvSpPr>
        <p:spPr>
          <a:xfrm>
            <a:off x="181710" y="1197864"/>
            <a:ext cx="135565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Client 1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DBEAA8-B5EB-44E3-A4B1-E84AA5079469}"/>
              </a:ext>
            </a:extLst>
          </p:cNvPr>
          <p:cNvSpPr/>
          <p:nvPr/>
        </p:nvSpPr>
        <p:spPr>
          <a:xfrm>
            <a:off x="3006089" y="2552152"/>
            <a:ext cx="10166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Actor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0F5EBBD-2669-4FAB-8E9C-80F638A1A160}"/>
              </a:ext>
            </a:extLst>
          </p:cNvPr>
          <p:cNvSpPr/>
          <p:nvPr/>
        </p:nvSpPr>
        <p:spPr>
          <a:xfrm>
            <a:off x="3182521" y="1760376"/>
            <a:ext cx="663760" cy="663760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90F03D-1CD7-4E63-9139-C6ACF318BB4E}"/>
              </a:ext>
            </a:extLst>
          </p:cNvPr>
          <p:cNvSpPr/>
          <p:nvPr/>
        </p:nvSpPr>
        <p:spPr>
          <a:xfrm>
            <a:off x="402336" y="1765768"/>
            <a:ext cx="95132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19D0B2-4CF5-46F3-9924-B177DBFA0583}"/>
              </a:ext>
            </a:extLst>
          </p:cNvPr>
          <p:cNvSpPr/>
          <p:nvPr/>
        </p:nvSpPr>
        <p:spPr>
          <a:xfrm>
            <a:off x="181710" y="2552152"/>
            <a:ext cx="135565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Client 2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64980D-0751-4F2A-A88A-0A2451DC6016}"/>
              </a:ext>
            </a:extLst>
          </p:cNvPr>
          <p:cNvSpPr/>
          <p:nvPr/>
        </p:nvSpPr>
        <p:spPr>
          <a:xfrm>
            <a:off x="402336" y="3245131"/>
            <a:ext cx="95132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7D1C262-0BE8-4869-92C4-0595F4071F63}"/>
              </a:ext>
            </a:extLst>
          </p:cNvPr>
          <p:cNvSpPr/>
          <p:nvPr/>
        </p:nvSpPr>
        <p:spPr>
          <a:xfrm>
            <a:off x="181710" y="4031515"/>
            <a:ext cx="135565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Client 3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2A96EC2A-9E7C-49BD-95AC-EE6A3787FB9A}"/>
              </a:ext>
            </a:extLst>
          </p:cNvPr>
          <p:cNvSpPr/>
          <p:nvPr/>
        </p:nvSpPr>
        <p:spPr>
          <a:xfrm>
            <a:off x="1571626" y="1849940"/>
            <a:ext cx="1267612" cy="484632"/>
          </a:xfrm>
          <a:prstGeom prst="rightArrow">
            <a:avLst>
              <a:gd name="adj1" fmla="val 50000"/>
              <a:gd name="adj2" fmla="val 637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Call</a:t>
            </a:r>
            <a:endParaRPr lang="zh-CN" altLang="en-US" dirty="0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25FE0017-81A2-4CF8-852F-AE0422D8BC18}"/>
              </a:ext>
            </a:extLst>
          </p:cNvPr>
          <p:cNvSpPr/>
          <p:nvPr/>
        </p:nvSpPr>
        <p:spPr>
          <a:xfrm rot="19286344">
            <a:off x="1558783" y="2894394"/>
            <a:ext cx="1267612" cy="484632"/>
          </a:xfrm>
          <a:prstGeom prst="rightArrow">
            <a:avLst>
              <a:gd name="adj1" fmla="val 50000"/>
              <a:gd name="adj2" fmla="val 637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Call</a:t>
            </a:r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4719692-5FCB-4EFA-87E9-1F60970BE0BE}"/>
              </a:ext>
            </a:extLst>
          </p:cNvPr>
          <p:cNvSpPr/>
          <p:nvPr/>
        </p:nvSpPr>
        <p:spPr>
          <a:xfrm>
            <a:off x="3181054" y="1760376"/>
            <a:ext cx="663760" cy="66376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514C4C6-8224-4A4E-976C-213E19F81B21}"/>
              </a:ext>
            </a:extLst>
          </p:cNvPr>
          <p:cNvSpPr/>
          <p:nvPr/>
        </p:nvSpPr>
        <p:spPr>
          <a:xfrm>
            <a:off x="3181054" y="1760376"/>
            <a:ext cx="663760" cy="66376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DA8F6CA-096C-415E-9344-8EDEF456AC30}"/>
              </a:ext>
            </a:extLst>
          </p:cNvPr>
          <p:cNvSpPr/>
          <p:nvPr/>
        </p:nvSpPr>
        <p:spPr>
          <a:xfrm>
            <a:off x="3179587" y="1755940"/>
            <a:ext cx="663760" cy="66376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8B3E5D-FE84-4BBA-9F91-F813AC3880FD}"/>
              </a:ext>
            </a:extLst>
          </p:cNvPr>
          <p:cNvSpPr/>
          <p:nvPr/>
        </p:nvSpPr>
        <p:spPr>
          <a:xfrm>
            <a:off x="1966884" y="3429000"/>
            <a:ext cx="89800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waiting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355D3C2-320E-43EA-9A4E-F09FA25C905D}"/>
              </a:ext>
            </a:extLst>
          </p:cNvPr>
          <p:cNvSpPr/>
          <p:nvPr/>
        </p:nvSpPr>
        <p:spPr>
          <a:xfrm>
            <a:off x="1643800" y="2208463"/>
            <a:ext cx="89800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waiting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212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500"/>
                            </p:stCondLst>
                            <p:childTnLst>
                              <p:par>
                                <p:cTn id="4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000"/>
                            </p:stCondLst>
                            <p:childTnLst>
                              <p:par>
                                <p:cTn id="5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1" grpId="0" animBg="1"/>
      <p:bldP spid="22" grpId="0" animBg="1"/>
      <p:bldP spid="2" grpId="0"/>
      <p:bldP spid="2" grpId="1"/>
      <p:bldP spid="24" grpId="0"/>
      <p:bldP spid="2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1CAA42A-FB5A-4025-B1C6-C77DA9E0087C}"/>
              </a:ext>
            </a:extLst>
          </p:cNvPr>
          <p:cNvSpPr/>
          <p:nvPr/>
        </p:nvSpPr>
        <p:spPr>
          <a:xfrm>
            <a:off x="402336" y="411480"/>
            <a:ext cx="95132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CCEDD8E-45C4-4522-A483-9065692373A2}"/>
              </a:ext>
            </a:extLst>
          </p:cNvPr>
          <p:cNvSpPr/>
          <p:nvPr/>
        </p:nvSpPr>
        <p:spPr>
          <a:xfrm>
            <a:off x="3244571" y="169225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250B9F-ADC4-4A27-9412-603DBAE6A952}"/>
              </a:ext>
            </a:extLst>
          </p:cNvPr>
          <p:cNvSpPr/>
          <p:nvPr/>
        </p:nvSpPr>
        <p:spPr>
          <a:xfrm>
            <a:off x="181710" y="1197864"/>
            <a:ext cx="135565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Client 1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DBEAA8-B5EB-44E3-A4B1-E84AA5079469}"/>
              </a:ext>
            </a:extLst>
          </p:cNvPr>
          <p:cNvSpPr/>
          <p:nvPr/>
        </p:nvSpPr>
        <p:spPr>
          <a:xfrm>
            <a:off x="3193458" y="2606655"/>
            <a:ext cx="10166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Actor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0F5EBBD-2669-4FAB-8E9C-80F638A1A160}"/>
              </a:ext>
            </a:extLst>
          </p:cNvPr>
          <p:cNvSpPr/>
          <p:nvPr/>
        </p:nvSpPr>
        <p:spPr>
          <a:xfrm>
            <a:off x="3369890" y="1814879"/>
            <a:ext cx="663760" cy="663760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2" name="箭头: 左 1">
            <a:extLst>
              <a:ext uri="{FF2B5EF4-FFF2-40B4-BE49-F238E27FC236}">
                <a16:creationId xmlns:a16="http://schemas.microsoft.com/office/drawing/2014/main" id="{28263A3A-2784-48E4-8C5E-CBECDC519144}"/>
              </a:ext>
            </a:extLst>
          </p:cNvPr>
          <p:cNvSpPr/>
          <p:nvPr/>
        </p:nvSpPr>
        <p:spPr>
          <a:xfrm rot="1797284">
            <a:off x="1639754" y="1009439"/>
            <a:ext cx="1267612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Read</a:t>
            </a:r>
            <a:endParaRPr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A13E071-E36F-4D22-83BE-06A4CD02F00E}"/>
              </a:ext>
            </a:extLst>
          </p:cNvPr>
          <p:cNvSpPr/>
          <p:nvPr/>
        </p:nvSpPr>
        <p:spPr>
          <a:xfrm>
            <a:off x="3369891" y="2036504"/>
            <a:ext cx="195248" cy="19524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19A469-647B-4821-9317-06E3FD1658C1}"/>
              </a:ext>
            </a:extLst>
          </p:cNvPr>
          <p:cNvSpPr/>
          <p:nvPr/>
        </p:nvSpPr>
        <p:spPr>
          <a:xfrm>
            <a:off x="402336" y="1820271"/>
            <a:ext cx="95132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1B4779-4B1C-4070-9610-BE6C6C429D9B}"/>
              </a:ext>
            </a:extLst>
          </p:cNvPr>
          <p:cNvSpPr/>
          <p:nvPr/>
        </p:nvSpPr>
        <p:spPr>
          <a:xfrm>
            <a:off x="181710" y="2606655"/>
            <a:ext cx="135565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Client 2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9B2A65-82DC-4C5E-94ED-92F699BC4F83}"/>
              </a:ext>
            </a:extLst>
          </p:cNvPr>
          <p:cNvSpPr/>
          <p:nvPr/>
        </p:nvSpPr>
        <p:spPr>
          <a:xfrm>
            <a:off x="402336" y="3229062"/>
            <a:ext cx="95132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416315-7CFA-4C86-8109-9EA95A305E93}"/>
              </a:ext>
            </a:extLst>
          </p:cNvPr>
          <p:cNvSpPr/>
          <p:nvPr/>
        </p:nvSpPr>
        <p:spPr>
          <a:xfrm>
            <a:off x="181710" y="4015446"/>
            <a:ext cx="135565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Client 3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8" name="箭头: 左 17">
            <a:extLst>
              <a:ext uri="{FF2B5EF4-FFF2-40B4-BE49-F238E27FC236}">
                <a16:creationId xmlns:a16="http://schemas.microsoft.com/office/drawing/2014/main" id="{747882CB-FDB6-4FD8-BE13-E10D3E91F2AC}"/>
              </a:ext>
            </a:extLst>
          </p:cNvPr>
          <p:cNvSpPr/>
          <p:nvPr/>
        </p:nvSpPr>
        <p:spPr>
          <a:xfrm>
            <a:off x="1600201" y="1907139"/>
            <a:ext cx="1267612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Read</a:t>
            </a:r>
            <a:endParaRPr lang="zh-CN" altLang="en-US" dirty="0"/>
          </a:p>
        </p:txBody>
      </p:sp>
      <p:sp>
        <p:nvSpPr>
          <p:cNvPr id="19" name="箭头: 左 18">
            <a:extLst>
              <a:ext uri="{FF2B5EF4-FFF2-40B4-BE49-F238E27FC236}">
                <a16:creationId xmlns:a16="http://schemas.microsoft.com/office/drawing/2014/main" id="{C21FA603-83E4-41F1-B5E2-C071945F7FC5}"/>
              </a:ext>
            </a:extLst>
          </p:cNvPr>
          <p:cNvSpPr/>
          <p:nvPr/>
        </p:nvSpPr>
        <p:spPr>
          <a:xfrm rot="19433103">
            <a:off x="1600201" y="2933661"/>
            <a:ext cx="1267612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Read</a:t>
            </a:r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780E62D-DAD7-485B-BA62-E55228F28F63}"/>
              </a:ext>
            </a:extLst>
          </p:cNvPr>
          <p:cNvSpPr/>
          <p:nvPr/>
        </p:nvSpPr>
        <p:spPr>
          <a:xfrm>
            <a:off x="3565139" y="1874872"/>
            <a:ext cx="195248" cy="19524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23D4327-A425-435F-A15A-1280762328AD}"/>
              </a:ext>
            </a:extLst>
          </p:cNvPr>
          <p:cNvSpPr/>
          <p:nvPr/>
        </p:nvSpPr>
        <p:spPr>
          <a:xfrm>
            <a:off x="3506522" y="2249775"/>
            <a:ext cx="195248" cy="19524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689F952-AC9D-443B-9B49-9DAEB9EBE044}"/>
              </a:ext>
            </a:extLst>
          </p:cNvPr>
          <p:cNvSpPr/>
          <p:nvPr/>
        </p:nvSpPr>
        <p:spPr>
          <a:xfrm>
            <a:off x="3369891" y="2045516"/>
            <a:ext cx="195248" cy="19524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1386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7037E-7 L -0.20325 -0.18472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69" y="-923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3.7037E-7 L -0.19883 0.1819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48" y="909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5.55112E-17 L -0.1879 0.00139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01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334E8A0-3A71-4899-BD38-B820DE77EC85}"/>
              </a:ext>
            </a:extLst>
          </p:cNvPr>
          <p:cNvSpPr/>
          <p:nvPr/>
        </p:nvSpPr>
        <p:spPr>
          <a:xfrm>
            <a:off x="2194560" y="292608"/>
            <a:ext cx="173736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Account A; Balance : 500</a:t>
            </a:r>
            <a:endParaRPr lang="zh-CN" altLang="en-US" sz="11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26F939-4633-40F4-8713-2F86896D2D83}"/>
              </a:ext>
            </a:extLst>
          </p:cNvPr>
          <p:cNvSpPr/>
          <p:nvPr/>
        </p:nvSpPr>
        <p:spPr>
          <a:xfrm>
            <a:off x="2194560" y="841248"/>
            <a:ext cx="173736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Account B; Balance : 500</a:t>
            </a:r>
            <a:endParaRPr lang="zh-CN" altLang="en-US" sz="11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67F9CA-3136-4A30-835C-CC84D54C14A7}"/>
              </a:ext>
            </a:extLst>
          </p:cNvPr>
          <p:cNvSpPr/>
          <p:nvPr/>
        </p:nvSpPr>
        <p:spPr>
          <a:xfrm>
            <a:off x="202162" y="379476"/>
            <a:ext cx="95132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FE9CF8-9DCB-4FA4-91D5-4BF2B356BC9E}"/>
              </a:ext>
            </a:extLst>
          </p:cNvPr>
          <p:cNvSpPr/>
          <p:nvPr/>
        </p:nvSpPr>
        <p:spPr>
          <a:xfrm>
            <a:off x="0" y="1243584"/>
            <a:ext cx="135565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Client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0F766A-7C7B-4439-AB58-74010384AE7F}"/>
              </a:ext>
            </a:extLst>
          </p:cNvPr>
          <p:cNvSpPr/>
          <p:nvPr/>
        </p:nvSpPr>
        <p:spPr>
          <a:xfrm>
            <a:off x="2075688" y="1316736"/>
            <a:ext cx="194884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Data Tier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EED3C546-BC20-46C9-872A-4F6845738008}"/>
              </a:ext>
            </a:extLst>
          </p:cNvPr>
          <p:cNvSpPr/>
          <p:nvPr/>
        </p:nvSpPr>
        <p:spPr>
          <a:xfrm>
            <a:off x="1212252" y="379476"/>
            <a:ext cx="863436" cy="6583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Update Data</a:t>
            </a:r>
            <a:endParaRPr lang="zh-CN" altLang="en-US" sz="11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424C068-2393-45CC-B046-E928E576D042}"/>
              </a:ext>
            </a:extLst>
          </p:cNvPr>
          <p:cNvSpPr txBox="1"/>
          <p:nvPr/>
        </p:nvSpPr>
        <p:spPr>
          <a:xfrm>
            <a:off x="677825" y="1839956"/>
            <a:ext cx="2618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Transfer 300 from A to B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07DEDAE-38C9-452E-92F3-2DF9B82FDBF5}"/>
              </a:ext>
            </a:extLst>
          </p:cNvPr>
          <p:cNvSpPr txBox="1"/>
          <p:nvPr/>
        </p:nvSpPr>
        <p:spPr>
          <a:xfrm>
            <a:off x="681834" y="1856458"/>
            <a:ext cx="2618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Transfer 200 from A to B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401217E-92A8-4FA6-B09A-A7915C1F7409}"/>
              </a:ext>
            </a:extLst>
          </p:cNvPr>
          <p:cNvSpPr txBox="1"/>
          <p:nvPr/>
        </p:nvSpPr>
        <p:spPr>
          <a:xfrm>
            <a:off x="685843" y="1848207"/>
            <a:ext cx="2618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Transfer 100 from A to B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0471E1-F726-47A3-A0DB-69CD562FDF73}"/>
              </a:ext>
            </a:extLst>
          </p:cNvPr>
          <p:cNvSpPr/>
          <p:nvPr/>
        </p:nvSpPr>
        <p:spPr>
          <a:xfrm>
            <a:off x="2194560" y="300859"/>
            <a:ext cx="173736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Account A; Balance : 200</a:t>
            </a:r>
            <a:endParaRPr lang="zh-CN" altLang="en-US" sz="11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DD249F3-AA28-47CC-BAF0-18A6012DD6D4}"/>
              </a:ext>
            </a:extLst>
          </p:cNvPr>
          <p:cNvSpPr/>
          <p:nvPr/>
        </p:nvSpPr>
        <p:spPr>
          <a:xfrm>
            <a:off x="2194560" y="289036"/>
            <a:ext cx="173736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Account A; Balance : 0</a:t>
            </a:r>
            <a:endParaRPr lang="zh-CN" altLang="en-US" sz="11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6C8D77F-24AB-4C48-A649-EFB4C90D0042}"/>
              </a:ext>
            </a:extLst>
          </p:cNvPr>
          <p:cNvSpPr/>
          <p:nvPr/>
        </p:nvSpPr>
        <p:spPr>
          <a:xfrm>
            <a:off x="2194560" y="849499"/>
            <a:ext cx="173736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Account B; Balance : 800</a:t>
            </a:r>
            <a:endParaRPr lang="zh-CN" altLang="en-US" sz="11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BC3FAB0-5F52-4BD6-961F-D01AD658583F}"/>
              </a:ext>
            </a:extLst>
          </p:cNvPr>
          <p:cNvSpPr/>
          <p:nvPr/>
        </p:nvSpPr>
        <p:spPr>
          <a:xfrm>
            <a:off x="2194560" y="851392"/>
            <a:ext cx="173736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Account B; Balance : 1000</a:t>
            </a:r>
            <a:endParaRPr lang="zh-CN" altLang="en-US" sz="1100" dirty="0"/>
          </a:p>
        </p:txBody>
      </p:sp>
      <p:sp>
        <p:nvSpPr>
          <p:cNvPr id="31" name="乘号 30">
            <a:extLst>
              <a:ext uri="{FF2B5EF4-FFF2-40B4-BE49-F238E27FC236}">
                <a16:creationId xmlns:a16="http://schemas.microsoft.com/office/drawing/2014/main" id="{A92EC90D-5B31-46BD-9D25-991951D3D3B6}"/>
              </a:ext>
            </a:extLst>
          </p:cNvPr>
          <p:cNvSpPr/>
          <p:nvPr/>
        </p:nvSpPr>
        <p:spPr>
          <a:xfrm>
            <a:off x="3295849" y="1812524"/>
            <a:ext cx="457200" cy="4572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00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  <p:bldP spid="22" grpId="3" animBg="1"/>
      <p:bldP spid="22" grpId="4" animBg="1"/>
      <p:bldP spid="23" grpId="0"/>
      <p:bldP spid="23" grpId="1"/>
      <p:bldP spid="24" grpId="0"/>
      <p:bldP spid="24" grpId="1"/>
      <p:bldP spid="25" grpId="0"/>
      <p:bldP spid="26" grpId="0" animBg="1"/>
      <p:bldP spid="27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334E8A0-3A71-4899-BD38-B820DE77EC85}"/>
              </a:ext>
            </a:extLst>
          </p:cNvPr>
          <p:cNvSpPr/>
          <p:nvPr/>
        </p:nvSpPr>
        <p:spPr>
          <a:xfrm>
            <a:off x="2008012" y="390252"/>
            <a:ext cx="1123542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Account A</a:t>
            </a:r>
          </a:p>
          <a:p>
            <a:pPr algn="ctr"/>
            <a:r>
              <a:rPr lang="en-US" altLang="zh-CN" sz="1100" dirty="0"/>
              <a:t> Balance : 500</a:t>
            </a:r>
            <a:endParaRPr lang="zh-CN" altLang="en-US" sz="11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26F939-4633-40F4-8713-2F86896D2D83}"/>
              </a:ext>
            </a:extLst>
          </p:cNvPr>
          <p:cNvSpPr/>
          <p:nvPr/>
        </p:nvSpPr>
        <p:spPr>
          <a:xfrm>
            <a:off x="4009963" y="406450"/>
            <a:ext cx="1123542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Account B</a:t>
            </a:r>
          </a:p>
          <a:p>
            <a:pPr algn="ctr"/>
            <a:r>
              <a:rPr lang="en-US" altLang="zh-CN" sz="1100" dirty="0"/>
              <a:t> Balance : 500</a:t>
            </a:r>
            <a:endParaRPr lang="zh-CN" altLang="en-US" sz="11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0F766A-7C7B-4439-AB58-74010384AE7F}"/>
              </a:ext>
            </a:extLst>
          </p:cNvPr>
          <p:cNvSpPr/>
          <p:nvPr/>
        </p:nvSpPr>
        <p:spPr>
          <a:xfrm>
            <a:off x="415615" y="382943"/>
            <a:ext cx="1355651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Memory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424C068-2393-45CC-B046-E928E576D042}"/>
              </a:ext>
            </a:extLst>
          </p:cNvPr>
          <p:cNvSpPr txBox="1"/>
          <p:nvPr/>
        </p:nvSpPr>
        <p:spPr>
          <a:xfrm>
            <a:off x="997202" y="3015558"/>
            <a:ext cx="2731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Transfer 300 from A to B</a:t>
            </a:r>
            <a:r>
              <a:rPr lang="zh-CN" altLang="en-US" dirty="0"/>
              <a:t> 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07DEDAE-38C9-452E-92F3-2DF9B82FDBF5}"/>
              </a:ext>
            </a:extLst>
          </p:cNvPr>
          <p:cNvSpPr txBox="1"/>
          <p:nvPr/>
        </p:nvSpPr>
        <p:spPr>
          <a:xfrm>
            <a:off x="997202" y="3014980"/>
            <a:ext cx="2731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Transfer 200 from A to B :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401217E-92A8-4FA6-B09A-A7915C1F7409}"/>
              </a:ext>
            </a:extLst>
          </p:cNvPr>
          <p:cNvSpPr txBox="1"/>
          <p:nvPr/>
        </p:nvSpPr>
        <p:spPr>
          <a:xfrm>
            <a:off x="1028792" y="3021732"/>
            <a:ext cx="2731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Transfer 100 from A to B :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0471E1-F726-47A3-A0DB-69CD562FDF73}"/>
              </a:ext>
            </a:extLst>
          </p:cNvPr>
          <p:cNvSpPr/>
          <p:nvPr/>
        </p:nvSpPr>
        <p:spPr>
          <a:xfrm>
            <a:off x="2006950" y="390252"/>
            <a:ext cx="1123542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Account A </a:t>
            </a:r>
          </a:p>
          <a:p>
            <a:pPr algn="ctr"/>
            <a:r>
              <a:rPr lang="en-US" altLang="zh-CN" sz="1100" dirty="0"/>
              <a:t>Balance : 200</a:t>
            </a:r>
            <a:endParaRPr lang="zh-CN" altLang="en-US" sz="11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DD249F3-AA28-47CC-BAF0-18A6012DD6D4}"/>
              </a:ext>
            </a:extLst>
          </p:cNvPr>
          <p:cNvSpPr/>
          <p:nvPr/>
        </p:nvSpPr>
        <p:spPr>
          <a:xfrm>
            <a:off x="2006950" y="390252"/>
            <a:ext cx="1123542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Account A</a:t>
            </a:r>
          </a:p>
          <a:p>
            <a:pPr algn="ctr"/>
            <a:r>
              <a:rPr lang="en-US" altLang="zh-CN" sz="1100" dirty="0"/>
              <a:t>Balance : 0</a:t>
            </a:r>
            <a:endParaRPr lang="zh-CN" altLang="en-US" sz="11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6C8D77F-24AB-4C48-A649-EFB4C90D0042}"/>
              </a:ext>
            </a:extLst>
          </p:cNvPr>
          <p:cNvSpPr/>
          <p:nvPr/>
        </p:nvSpPr>
        <p:spPr>
          <a:xfrm>
            <a:off x="4009963" y="390252"/>
            <a:ext cx="1123542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Account B </a:t>
            </a:r>
          </a:p>
          <a:p>
            <a:pPr algn="ctr"/>
            <a:r>
              <a:rPr lang="en-US" altLang="zh-CN" sz="1100" dirty="0"/>
              <a:t>Balance : 800</a:t>
            </a:r>
            <a:endParaRPr lang="zh-CN" altLang="en-US" sz="11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BC3FAB0-5F52-4BD6-961F-D01AD658583F}"/>
              </a:ext>
            </a:extLst>
          </p:cNvPr>
          <p:cNvSpPr/>
          <p:nvPr/>
        </p:nvSpPr>
        <p:spPr>
          <a:xfrm>
            <a:off x="4008901" y="406450"/>
            <a:ext cx="1123542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Account B</a:t>
            </a:r>
          </a:p>
          <a:p>
            <a:pPr algn="ctr"/>
            <a:r>
              <a:rPr lang="en-US" altLang="zh-CN" sz="1100" dirty="0"/>
              <a:t>Balance : 1000</a:t>
            </a:r>
            <a:endParaRPr lang="zh-CN" altLang="en-US" sz="1100" dirty="0"/>
          </a:p>
        </p:txBody>
      </p:sp>
      <p:sp>
        <p:nvSpPr>
          <p:cNvPr id="31" name="乘号 30">
            <a:extLst>
              <a:ext uri="{FF2B5EF4-FFF2-40B4-BE49-F238E27FC236}">
                <a16:creationId xmlns:a16="http://schemas.microsoft.com/office/drawing/2014/main" id="{A92EC90D-5B31-46BD-9D25-991951D3D3B6}"/>
              </a:ext>
            </a:extLst>
          </p:cNvPr>
          <p:cNvSpPr/>
          <p:nvPr/>
        </p:nvSpPr>
        <p:spPr>
          <a:xfrm>
            <a:off x="3450334" y="3411794"/>
            <a:ext cx="457200" cy="4572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966DFC-0471-4E2C-9F72-1153AB3A95FD}"/>
              </a:ext>
            </a:extLst>
          </p:cNvPr>
          <p:cNvSpPr/>
          <p:nvPr/>
        </p:nvSpPr>
        <p:spPr>
          <a:xfrm>
            <a:off x="-53719" y="1861675"/>
            <a:ext cx="194884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Event Store</a:t>
            </a:r>
            <a:endParaRPr lang="zh-CN" altLang="en-US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3C8799C-C51A-4521-8048-57BF50224FBA}"/>
              </a:ext>
            </a:extLst>
          </p:cNvPr>
          <p:cNvSpPr txBox="1"/>
          <p:nvPr/>
        </p:nvSpPr>
        <p:spPr>
          <a:xfrm>
            <a:off x="1012997" y="3452906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Transfer out 200 from A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104CD35-ED30-46D3-BF5D-5E2027D14186}"/>
              </a:ext>
            </a:extLst>
          </p:cNvPr>
          <p:cNvSpPr txBox="1"/>
          <p:nvPr/>
        </p:nvSpPr>
        <p:spPr>
          <a:xfrm>
            <a:off x="1028792" y="3876854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Transfer in 200 to B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BCA32A4-B3DF-4A4C-8F0C-3582B468154E}"/>
              </a:ext>
            </a:extLst>
          </p:cNvPr>
          <p:cNvSpPr txBox="1"/>
          <p:nvPr/>
        </p:nvSpPr>
        <p:spPr>
          <a:xfrm>
            <a:off x="997202" y="3876854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Transfer in 300 to B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ACBA6B0-72EC-4994-BA54-340CFC00FD41}"/>
              </a:ext>
            </a:extLst>
          </p:cNvPr>
          <p:cNvSpPr txBox="1"/>
          <p:nvPr/>
        </p:nvSpPr>
        <p:spPr>
          <a:xfrm>
            <a:off x="997202" y="3446206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Transfer out 300 from A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980C6D3-8CD5-4E52-A732-86335A07EF3F}"/>
              </a:ext>
            </a:extLst>
          </p:cNvPr>
          <p:cNvSpPr txBox="1"/>
          <p:nvPr/>
        </p:nvSpPr>
        <p:spPr>
          <a:xfrm>
            <a:off x="1028792" y="3438004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Transfer out 100 from A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207C525-A427-4E9C-8592-F8D78871CD43}"/>
              </a:ext>
            </a:extLst>
          </p:cNvPr>
          <p:cNvSpPr/>
          <p:nvPr/>
        </p:nvSpPr>
        <p:spPr>
          <a:xfrm>
            <a:off x="1676474" y="1257419"/>
            <a:ext cx="173107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Balance Change Event</a:t>
            </a:r>
          </a:p>
          <a:p>
            <a:pPr algn="ctr"/>
            <a:r>
              <a:rPr lang="en-US" altLang="zh-CN" sz="1100" dirty="0"/>
              <a:t>-200</a:t>
            </a:r>
            <a:endParaRPr lang="zh-CN" altLang="en-US" sz="11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4B90364-98BA-458D-9F92-958438528EEF}"/>
              </a:ext>
            </a:extLst>
          </p:cNvPr>
          <p:cNvSpPr/>
          <p:nvPr/>
        </p:nvSpPr>
        <p:spPr>
          <a:xfrm>
            <a:off x="1704248" y="1853681"/>
            <a:ext cx="173107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Balance Change Event</a:t>
            </a:r>
          </a:p>
          <a:p>
            <a:pPr algn="ctr"/>
            <a:r>
              <a:rPr lang="en-US" altLang="zh-CN" sz="1100" dirty="0"/>
              <a:t>-300</a:t>
            </a:r>
            <a:endParaRPr lang="zh-CN" altLang="en-US" sz="11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D35A8F2-AED6-4A02-80C5-CB53A31AC0B1}"/>
              </a:ext>
            </a:extLst>
          </p:cNvPr>
          <p:cNvSpPr/>
          <p:nvPr/>
        </p:nvSpPr>
        <p:spPr>
          <a:xfrm>
            <a:off x="3780777" y="1848413"/>
            <a:ext cx="173107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Balance Change Event</a:t>
            </a:r>
          </a:p>
          <a:p>
            <a:pPr algn="ctr"/>
            <a:r>
              <a:rPr lang="en-US" altLang="zh-CN" sz="1100" dirty="0"/>
              <a:t>+300</a:t>
            </a:r>
            <a:endParaRPr lang="zh-CN" altLang="en-US" sz="11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C3E3D11-043A-492D-B8D7-E142AA3BB188}"/>
              </a:ext>
            </a:extLst>
          </p:cNvPr>
          <p:cNvSpPr/>
          <p:nvPr/>
        </p:nvSpPr>
        <p:spPr>
          <a:xfrm>
            <a:off x="3780777" y="1253251"/>
            <a:ext cx="173107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Balance Change Event</a:t>
            </a:r>
          </a:p>
          <a:p>
            <a:pPr algn="ctr"/>
            <a:r>
              <a:rPr lang="en-US" altLang="zh-CN" sz="1100" dirty="0"/>
              <a:t>+200</a:t>
            </a:r>
            <a:endParaRPr lang="zh-CN" altLang="en-US" sz="11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339EE4D-1792-4345-B42E-430BCD92568F}"/>
              </a:ext>
            </a:extLst>
          </p:cNvPr>
          <p:cNvSpPr/>
          <p:nvPr/>
        </p:nvSpPr>
        <p:spPr>
          <a:xfrm>
            <a:off x="1704248" y="2443575"/>
            <a:ext cx="173107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Initialize Balance Event</a:t>
            </a:r>
          </a:p>
          <a:p>
            <a:pPr algn="ctr"/>
            <a:r>
              <a:rPr lang="en-US" altLang="zh-CN" sz="1100" dirty="0"/>
              <a:t>+500</a:t>
            </a:r>
            <a:endParaRPr lang="zh-CN" altLang="en-US" sz="11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0568D2F-1FE8-4C81-96BD-0D5B63249E98}"/>
              </a:ext>
            </a:extLst>
          </p:cNvPr>
          <p:cNvSpPr/>
          <p:nvPr/>
        </p:nvSpPr>
        <p:spPr>
          <a:xfrm>
            <a:off x="3780777" y="2443575"/>
            <a:ext cx="173107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Initialize Balance Event</a:t>
            </a:r>
          </a:p>
          <a:p>
            <a:pPr algn="ctr"/>
            <a:r>
              <a:rPr lang="en-US" altLang="zh-CN" sz="1100" dirty="0"/>
              <a:t>+500</a:t>
            </a:r>
            <a:endParaRPr lang="zh-CN" altLang="en-US" sz="11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4A04AC-CABC-426E-A567-40EC6D540895}"/>
              </a:ext>
            </a:extLst>
          </p:cNvPr>
          <p:cNvSpPr txBox="1"/>
          <p:nvPr/>
        </p:nvSpPr>
        <p:spPr>
          <a:xfrm>
            <a:off x="1093440" y="3042462"/>
            <a:ext cx="310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Initialize balance for A and B :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618BFD-28A1-419A-972B-9C7E7CEDC700}"/>
              </a:ext>
            </a:extLst>
          </p:cNvPr>
          <p:cNvSpPr txBox="1"/>
          <p:nvPr/>
        </p:nvSpPr>
        <p:spPr>
          <a:xfrm>
            <a:off x="1028792" y="3452958"/>
            <a:ext cx="3063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Initialize balance for A to 500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7FA742-8BAD-492A-8762-EED5DAF5CD08}"/>
              </a:ext>
            </a:extLst>
          </p:cNvPr>
          <p:cNvSpPr txBox="1"/>
          <p:nvPr/>
        </p:nvSpPr>
        <p:spPr>
          <a:xfrm>
            <a:off x="997202" y="3863454"/>
            <a:ext cx="304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Initialize balance for B to 500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346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0"/>
                            </p:stCondLst>
                            <p:childTnLst>
                              <p:par>
                                <p:cTn id="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6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0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3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4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6000"/>
                            </p:stCondLst>
                            <p:childTnLst>
                              <p:par>
                                <p:cTn id="9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80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0"/>
                            </p:stCondLst>
                            <p:childTnLst>
                              <p:par>
                                <p:cTn id="11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300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1" grpId="0" animBg="1"/>
      <p:bldP spid="11" grpId="1" animBg="1"/>
      <p:bldP spid="23" grpId="0"/>
      <p:bldP spid="23" grpId="1"/>
      <p:bldP spid="24" grpId="0"/>
      <p:bldP spid="24" grpId="1"/>
      <p:bldP spid="25" grpId="0"/>
      <p:bldP spid="26" grpId="0" animBg="1"/>
      <p:bldP spid="26" grpId="1" animBg="1"/>
      <p:bldP spid="27" grpId="0" animBg="1"/>
      <p:bldP spid="29" grpId="0" animBg="1"/>
      <p:bldP spid="29" grpId="1" animBg="1"/>
      <p:bldP spid="30" grpId="0" animBg="1"/>
      <p:bldP spid="31" grpId="0" animBg="1"/>
      <p:bldP spid="2" grpId="0"/>
      <p:bldP spid="2" grpId="1"/>
      <p:bldP spid="19" grpId="0"/>
      <p:bldP spid="19" grpId="1"/>
      <p:bldP spid="20" grpId="0"/>
      <p:bldP spid="20" grpId="1"/>
      <p:bldP spid="28" grpId="0"/>
      <p:bldP spid="28" grpId="1"/>
      <p:bldP spid="32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1CAA42A-FB5A-4025-B1C6-C77DA9E0087C}"/>
              </a:ext>
            </a:extLst>
          </p:cNvPr>
          <p:cNvSpPr/>
          <p:nvPr/>
        </p:nvSpPr>
        <p:spPr>
          <a:xfrm>
            <a:off x="402336" y="932688"/>
            <a:ext cx="95132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515D2E1C-9706-4CD3-AB86-8F8A05FC0A47}"/>
              </a:ext>
            </a:extLst>
          </p:cNvPr>
          <p:cNvSpPr/>
          <p:nvPr/>
        </p:nvSpPr>
        <p:spPr>
          <a:xfrm>
            <a:off x="1600201" y="1019556"/>
            <a:ext cx="126761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Call</a:t>
            </a:r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CCEDD8E-45C4-4522-A483-9065692373A2}"/>
              </a:ext>
            </a:extLst>
          </p:cNvPr>
          <p:cNvSpPr/>
          <p:nvPr/>
        </p:nvSpPr>
        <p:spPr>
          <a:xfrm>
            <a:off x="3114352" y="80467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250B9F-ADC4-4A27-9412-603DBAE6A952}"/>
              </a:ext>
            </a:extLst>
          </p:cNvPr>
          <p:cNvSpPr/>
          <p:nvPr/>
        </p:nvSpPr>
        <p:spPr>
          <a:xfrm>
            <a:off x="200531" y="285247"/>
            <a:ext cx="135565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Client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DBEAA8-B5EB-44E3-A4B1-E84AA5079469}"/>
              </a:ext>
            </a:extLst>
          </p:cNvPr>
          <p:cNvSpPr/>
          <p:nvPr/>
        </p:nvSpPr>
        <p:spPr>
          <a:xfrm>
            <a:off x="2864145" y="285247"/>
            <a:ext cx="1414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Claptrap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0F5EBBD-2669-4FAB-8E9C-80F638A1A160}"/>
              </a:ext>
            </a:extLst>
          </p:cNvPr>
          <p:cNvSpPr/>
          <p:nvPr/>
        </p:nvSpPr>
        <p:spPr>
          <a:xfrm>
            <a:off x="3239671" y="927296"/>
            <a:ext cx="663760" cy="663760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0A59C00-02FF-4FF1-8BAA-2B58FBFB573C}"/>
              </a:ext>
            </a:extLst>
          </p:cNvPr>
          <p:cNvSpPr/>
          <p:nvPr/>
        </p:nvSpPr>
        <p:spPr>
          <a:xfrm>
            <a:off x="3239671" y="923046"/>
            <a:ext cx="663760" cy="66376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9" name="矩形 13">
            <a:extLst/>
          </p:cNvPr>
          <p:cNvSpPr/>
          <p:nvPr/>
        </p:nvSpPr>
        <p:spPr>
          <a:xfrm>
            <a:off x="402336" y="2416942"/>
            <a:ext cx="184428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Event Store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82211" y="3068178"/>
            <a:ext cx="1496745" cy="318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Claptrap Event 1</a:t>
            </a:r>
          </a:p>
        </p:txBody>
      </p:sp>
      <p:sp>
        <p:nvSpPr>
          <p:cNvPr id="11" name="椭圆 16">
            <a:extLst/>
          </p:cNvPr>
          <p:cNvSpPr/>
          <p:nvPr/>
        </p:nvSpPr>
        <p:spPr>
          <a:xfrm>
            <a:off x="3239670" y="918796"/>
            <a:ext cx="663760" cy="66376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15" name="Rectangle 14"/>
          <p:cNvSpPr/>
          <p:nvPr/>
        </p:nvSpPr>
        <p:spPr>
          <a:xfrm>
            <a:off x="2782211" y="2621402"/>
            <a:ext cx="1496745" cy="318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Claptrap Event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2211" y="2118299"/>
            <a:ext cx="1496745" cy="318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Claptrap Event 3</a:t>
            </a:r>
          </a:p>
        </p:txBody>
      </p:sp>
      <p:sp>
        <p:nvSpPr>
          <p:cNvPr id="19" name="椭圆 16">
            <a:extLst/>
          </p:cNvPr>
          <p:cNvSpPr/>
          <p:nvPr/>
        </p:nvSpPr>
        <p:spPr>
          <a:xfrm>
            <a:off x="3239670" y="918796"/>
            <a:ext cx="663760" cy="66376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1736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0"/>
                            </p:stCondLst>
                            <p:childTnLst>
                              <p:par>
                                <p:cTn id="49" presetID="10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17" grpId="0" animBg="1"/>
      <p:bldP spid="2" grpId="0" animBg="1"/>
      <p:bldP spid="11" grpId="0" animBg="1"/>
      <p:bldP spid="15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1CAA42A-FB5A-4025-B1C6-C77DA9E0087C}"/>
              </a:ext>
            </a:extLst>
          </p:cNvPr>
          <p:cNvSpPr/>
          <p:nvPr/>
        </p:nvSpPr>
        <p:spPr>
          <a:xfrm>
            <a:off x="402336" y="932688"/>
            <a:ext cx="95132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515D2E1C-9706-4CD3-AB86-8F8A05FC0A47}"/>
              </a:ext>
            </a:extLst>
          </p:cNvPr>
          <p:cNvSpPr/>
          <p:nvPr/>
        </p:nvSpPr>
        <p:spPr>
          <a:xfrm>
            <a:off x="1600201" y="1019556"/>
            <a:ext cx="126761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Call</a:t>
            </a:r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CCEDD8E-45C4-4522-A483-9065692373A2}"/>
              </a:ext>
            </a:extLst>
          </p:cNvPr>
          <p:cNvSpPr/>
          <p:nvPr/>
        </p:nvSpPr>
        <p:spPr>
          <a:xfrm>
            <a:off x="3237623" y="90043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250B9F-ADC4-4A27-9412-603DBAE6A952}"/>
              </a:ext>
            </a:extLst>
          </p:cNvPr>
          <p:cNvSpPr/>
          <p:nvPr/>
        </p:nvSpPr>
        <p:spPr>
          <a:xfrm>
            <a:off x="200531" y="285247"/>
            <a:ext cx="135565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Client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DBEAA8-B5EB-44E3-A4B1-E84AA5079469}"/>
              </a:ext>
            </a:extLst>
          </p:cNvPr>
          <p:cNvSpPr/>
          <p:nvPr/>
        </p:nvSpPr>
        <p:spPr>
          <a:xfrm>
            <a:off x="2949747" y="249197"/>
            <a:ext cx="1414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Claptrap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0F5EBBD-2669-4FAB-8E9C-80F638A1A160}"/>
              </a:ext>
            </a:extLst>
          </p:cNvPr>
          <p:cNvSpPr/>
          <p:nvPr/>
        </p:nvSpPr>
        <p:spPr>
          <a:xfrm>
            <a:off x="3362942" y="1023057"/>
            <a:ext cx="663760" cy="663760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0A59C00-02FF-4FF1-8BAA-2B58FBFB573C}"/>
              </a:ext>
            </a:extLst>
          </p:cNvPr>
          <p:cNvSpPr/>
          <p:nvPr/>
        </p:nvSpPr>
        <p:spPr>
          <a:xfrm>
            <a:off x="3362942" y="1018807"/>
            <a:ext cx="663760" cy="66376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9" name="矩形 13">
            <a:extLst/>
          </p:cNvPr>
          <p:cNvSpPr/>
          <p:nvPr/>
        </p:nvSpPr>
        <p:spPr>
          <a:xfrm>
            <a:off x="402336" y="2416942"/>
            <a:ext cx="184428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Event Store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67813" y="3124757"/>
            <a:ext cx="1496745" cy="318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Claptrap Event 1</a:t>
            </a:r>
          </a:p>
        </p:txBody>
      </p:sp>
      <p:sp>
        <p:nvSpPr>
          <p:cNvPr id="11" name="椭圆 16">
            <a:extLst/>
          </p:cNvPr>
          <p:cNvSpPr/>
          <p:nvPr/>
        </p:nvSpPr>
        <p:spPr>
          <a:xfrm>
            <a:off x="3362941" y="1014557"/>
            <a:ext cx="663760" cy="66376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15" name="Rectangle 14"/>
          <p:cNvSpPr/>
          <p:nvPr/>
        </p:nvSpPr>
        <p:spPr>
          <a:xfrm>
            <a:off x="2867813" y="2677981"/>
            <a:ext cx="1496745" cy="318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Claptrap Event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67813" y="2174878"/>
            <a:ext cx="1496745" cy="318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Claptrap Event 3</a:t>
            </a:r>
          </a:p>
        </p:txBody>
      </p:sp>
      <p:sp>
        <p:nvSpPr>
          <p:cNvPr id="19" name="椭圆 16">
            <a:extLst/>
          </p:cNvPr>
          <p:cNvSpPr/>
          <p:nvPr/>
        </p:nvSpPr>
        <p:spPr>
          <a:xfrm>
            <a:off x="3362941" y="1014557"/>
            <a:ext cx="663760" cy="66376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20" name="箭头: 右 4">
            <a:extLst/>
          </p:cNvPr>
          <p:cNvSpPr/>
          <p:nvPr/>
        </p:nvSpPr>
        <p:spPr>
          <a:xfrm>
            <a:off x="4521830" y="1016860"/>
            <a:ext cx="140733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Send Event</a:t>
            </a:r>
            <a:endParaRPr lang="zh-CN" altLang="en-US" dirty="0"/>
          </a:p>
        </p:txBody>
      </p:sp>
      <p:sp>
        <p:nvSpPr>
          <p:cNvPr id="21" name="椭圆 11">
            <a:extLst/>
          </p:cNvPr>
          <p:cNvSpPr/>
          <p:nvPr/>
        </p:nvSpPr>
        <p:spPr>
          <a:xfrm>
            <a:off x="6083668" y="89663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13">
            <a:extLst/>
          </p:cNvPr>
          <p:cNvSpPr/>
          <p:nvPr/>
        </p:nvSpPr>
        <p:spPr>
          <a:xfrm>
            <a:off x="5918899" y="287981"/>
            <a:ext cx="122341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Minion</a:t>
            </a:r>
            <a:endParaRPr lang="zh-CN" alt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3" name="椭圆 15">
            <a:extLst/>
          </p:cNvPr>
          <p:cNvSpPr/>
          <p:nvPr/>
        </p:nvSpPr>
        <p:spPr>
          <a:xfrm>
            <a:off x="6208987" y="1019262"/>
            <a:ext cx="663760" cy="663760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24" name="椭圆 16">
            <a:extLst/>
          </p:cNvPr>
          <p:cNvSpPr/>
          <p:nvPr/>
        </p:nvSpPr>
        <p:spPr>
          <a:xfrm>
            <a:off x="6208987" y="1015012"/>
            <a:ext cx="663760" cy="66376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25" name="椭圆 16">
            <a:extLst/>
          </p:cNvPr>
          <p:cNvSpPr/>
          <p:nvPr/>
        </p:nvSpPr>
        <p:spPr>
          <a:xfrm>
            <a:off x="6208986" y="1010762"/>
            <a:ext cx="663760" cy="66376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26" name="椭圆 16">
            <a:extLst/>
          </p:cNvPr>
          <p:cNvSpPr/>
          <p:nvPr/>
        </p:nvSpPr>
        <p:spPr>
          <a:xfrm>
            <a:off x="6208986" y="1010762"/>
            <a:ext cx="663760" cy="66376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27" name="箭头: 右 4">
            <a:extLst/>
          </p:cNvPr>
          <p:cNvSpPr/>
          <p:nvPr/>
        </p:nvSpPr>
        <p:spPr>
          <a:xfrm rot="1854850">
            <a:off x="4487042" y="1918142"/>
            <a:ext cx="140733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Send Event</a:t>
            </a:r>
            <a:endParaRPr lang="zh-CN" altLang="en-US" dirty="0"/>
          </a:p>
        </p:txBody>
      </p:sp>
      <p:sp>
        <p:nvSpPr>
          <p:cNvPr id="28" name="椭圆 11">
            <a:extLst/>
          </p:cNvPr>
          <p:cNvSpPr/>
          <p:nvPr/>
        </p:nvSpPr>
        <p:spPr>
          <a:xfrm>
            <a:off x="6083668" y="225371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15">
            <a:extLst/>
          </p:cNvPr>
          <p:cNvSpPr/>
          <p:nvPr/>
        </p:nvSpPr>
        <p:spPr>
          <a:xfrm>
            <a:off x="6208987" y="2376342"/>
            <a:ext cx="663760" cy="663760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30" name="椭圆 16">
            <a:extLst/>
          </p:cNvPr>
          <p:cNvSpPr/>
          <p:nvPr/>
        </p:nvSpPr>
        <p:spPr>
          <a:xfrm>
            <a:off x="6208987" y="2372092"/>
            <a:ext cx="663760" cy="66376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31" name="椭圆 16">
            <a:extLst/>
          </p:cNvPr>
          <p:cNvSpPr/>
          <p:nvPr/>
        </p:nvSpPr>
        <p:spPr>
          <a:xfrm>
            <a:off x="6208986" y="2367842"/>
            <a:ext cx="663760" cy="66376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  <p:sp>
        <p:nvSpPr>
          <p:cNvPr id="32" name="椭圆 16">
            <a:extLst/>
          </p:cNvPr>
          <p:cNvSpPr/>
          <p:nvPr/>
        </p:nvSpPr>
        <p:spPr>
          <a:xfrm>
            <a:off x="6208986" y="2367842"/>
            <a:ext cx="663760" cy="66376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State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2487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00"/>
                            </p:stCondLst>
                            <p:childTnLst>
                              <p:par>
                                <p:cTn id="54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0"/>
                            </p:stCondLst>
                            <p:childTnLst>
                              <p:par>
                                <p:cTn id="58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500"/>
                            </p:stCondLst>
                            <p:childTnLst>
                              <p:par>
                                <p:cTn id="72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0"/>
                            </p:stCondLst>
                            <p:childTnLst>
                              <p:par>
                                <p:cTn id="8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1000"/>
                            </p:stCondLst>
                            <p:childTnLst>
                              <p:par>
                                <p:cTn id="91" presetID="10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1500"/>
                            </p:stCondLst>
                            <p:childTnLst>
                              <p:par>
                                <p:cTn id="9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10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17" grpId="0" animBg="1"/>
      <p:bldP spid="2" grpId="0" animBg="1"/>
      <p:bldP spid="11" grpId="0" animBg="1"/>
      <p:bldP spid="15" grpId="0" animBg="1"/>
      <p:bldP spid="18" grpId="0" animBg="1"/>
      <p:bldP spid="19" grpId="0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4" grpId="0" animBg="1"/>
      <p:bldP spid="25" grpId="0" animBg="1"/>
      <p:bldP spid="26" grpId="0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369964" y="3837262"/>
            <a:ext cx="1861172" cy="1168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1200" dirty="0"/>
              <a:t>Account A Event Store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7134" y="3837262"/>
            <a:ext cx="1861172" cy="1168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1200" dirty="0"/>
              <a:t>Account B </a:t>
            </a:r>
            <a:r>
              <a:rPr lang="en-US" sz="1200"/>
              <a:t>Event Store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447245" y="1784076"/>
            <a:ext cx="851204" cy="48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椭圆 11">
            <a:extLst/>
          </p:cNvPr>
          <p:cNvSpPr/>
          <p:nvPr/>
        </p:nvSpPr>
        <p:spPr>
          <a:xfrm>
            <a:off x="1885776" y="114147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/>
          </p:cNvPr>
          <p:cNvSpPr/>
          <p:nvPr/>
        </p:nvSpPr>
        <p:spPr>
          <a:xfrm>
            <a:off x="2011095" y="1264100"/>
            <a:ext cx="663760" cy="663760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A</a:t>
            </a:r>
          </a:p>
          <a:p>
            <a:pPr algn="ctr"/>
            <a:r>
              <a:rPr lang="en-US" altLang="zh-CN" sz="1400" dirty="0"/>
              <a:t>500</a:t>
            </a:r>
            <a:endParaRPr lang="zh-CN" altLang="en-US" sz="1400" dirty="0"/>
          </a:p>
        </p:txBody>
      </p:sp>
      <p:sp>
        <p:nvSpPr>
          <p:cNvPr id="20" name="矩形 13">
            <a:extLst/>
          </p:cNvPr>
          <p:cNvSpPr/>
          <p:nvPr/>
        </p:nvSpPr>
        <p:spPr>
          <a:xfrm>
            <a:off x="1809816" y="367618"/>
            <a:ext cx="106631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Claptrap</a:t>
            </a:r>
            <a:endParaRPr lang="zh-CN" altLang="en-US" sz="2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1" name="矩形 13">
            <a:extLst/>
          </p:cNvPr>
          <p:cNvSpPr/>
          <p:nvPr/>
        </p:nvSpPr>
        <p:spPr>
          <a:xfrm>
            <a:off x="3282014" y="367618"/>
            <a:ext cx="92685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Minion</a:t>
            </a:r>
            <a:endParaRPr lang="zh-CN" altLang="en-US" sz="2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2" name="椭圆 11">
            <a:extLst/>
          </p:cNvPr>
          <p:cNvSpPr/>
          <p:nvPr/>
        </p:nvSpPr>
        <p:spPr>
          <a:xfrm>
            <a:off x="1885776" y="242962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15">
            <a:extLst/>
          </p:cNvPr>
          <p:cNvSpPr/>
          <p:nvPr/>
        </p:nvSpPr>
        <p:spPr>
          <a:xfrm>
            <a:off x="2011095" y="2552248"/>
            <a:ext cx="663760" cy="663760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B</a:t>
            </a:r>
          </a:p>
          <a:p>
            <a:pPr algn="ctr"/>
            <a:r>
              <a:rPr lang="en-US" altLang="zh-CN" sz="1400" dirty="0"/>
              <a:t>500</a:t>
            </a:r>
            <a:endParaRPr lang="zh-CN" altLang="en-US" sz="1400" dirty="0"/>
          </a:p>
        </p:txBody>
      </p:sp>
      <p:sp>
        <p:nvSpPr>
          <p:cNvPr id="24" name="矩形 13">
            <a:extLst/>
          </p:cNvPr>
          <p:cNvSpPr/>
          <p:nvPr/>
        </p:nvSpPr>
        <p:spPr>
          <a:xfrm>
            <a:off x="479533" y="367618"/>
            <a:ext cx="78662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Client</a:t>
            </a:r>
            <a:endParaRPr lang="zh-CN" altLang="en-US" sz="2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5" name="椭圆 11">
            <a:extLst/>
          </p:cNvPr>
          <p:cNvSpPr/>
          <p:nvPr/>
        </p:nvSpPr>
        <p:spPr>
          <a:xfrm>
            <a:off x="3282014" y="1141476"/>
            <a:ext cx="914400" cy="9144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15">
            <a:extLst/>
          </p:cNvPr>
          <p:cNvSpPr/>
          <p:nvPr/>
        </p:nvSpPr>
        <p:spPr>
          <a:xfrm>
            <a:off x="3407333" y="1264100"/>
            <a:ext cx="663760" cy="663760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A</a:t>
            </a:r>
          </a:p>
        </p:txBody>
      </p:sp>
      <p:sp>
        <p:nvSpPr>
          <p:cNvPr id="27" name="椭圆 11">
            <a:extLst/>
          </p:cNvPr>
          <p:cNvSpPr/>
          <p:nvPr/>
        </p:nvSpPr>
        <p:spPr>
          <a:xfrm>
            <a:off x="3294471" y="2429624"/>
            <a:ext cx="914400" cy="9144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15">
            <a:extLst/>
          </p:cNvPr>
          <p:cNvSpPr/>
          <p:nvPr/>
        </p:nvSpPr>
        <p:spPr>
          <a:xfrm>
            <a:off x="3419790" y="2552248"/>
            <a:ext cx="663760" cy="663760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113" y="5243118"/>
            <a:ext cx="3368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Claptrap A to transfer out 300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588" y="5612450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 balance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8754" y="6343634"/>
            <a:ext cx="328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Update state,  balance: 500-&gt;200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67690" y="5239378"/>
            <a:ext cx="2555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Send event to the minion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350349" y="5979900"/>
            <a:ext cx="244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Create event and save it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367113" y="5247775"/>
            <a:ext cx="3214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Call Claptrap B to transfer in 300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63290" y="5612450"/>
            <a:ext cx="243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event and save 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349" y="5972420"/>
            <a:ext cx="328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Update state,  balance: 500-&gt;800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350349" y="5225694"/>
            <a:ext cx="2555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Send event to the minion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367113" y="5243118"/>
            <a:ext cx="197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Activate Claptrap 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5129" y="5248716"/>
            <a:ext cx="1967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Activate Claptrap 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0349" y="5250598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Activate Minion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3290" y="5253691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Activate Minion 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9533" y="4290007"/>
            <a:ext cx="1575946" cy="48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TransferOutEvent</a:t>
            </a:r>
            <a:endParaRPr lang="en-US" altLang="zh-CN" sz="1100" dirty="0"/>
          </a:p>
          <a:p>
            <a:pPr algn="ctr"/>
            <a:r>
              <a:rPr lang="en-US" altLang="zh-CN" sz="1100" dirty="0"/>
              <a:t>Amount : 300 , </a:t>
            </a:r>
            <a:r>
              <a:rPr lang="en-US" sz="1100" dirty="0"/>
              <a:t>To :B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19360" y="4290007"/>
            <a:ext cx="1575946" cy="48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TransferInEvent</a:t>
            </a:r>
            <a:endParaRPr lang="en-US" altLang="zh-CN" sz="1100" dirty="0"/>
          </a:p>
          <a:p>
            <a:pPr algn="ctr"/>
            <a:r>
              <a:rPr lang="en-US" altLang="zh-CN" sz="1100" dirty="0"/>
              <a:t>Amount : 300 , From</a:t>
            </a:r>
            <a:r>
              <a:rPr lang="en-US" sz="1100" dirty="0"/>
              <a:t> :B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1481328" y="1784076"/>
            <a:ext cx="328488" cy="271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953512" y="1600200"/>
            <a:ext cx="2377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1298449" y="2085552"/>
            <a:ext cx="511367" cy="1407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2800176" y="2055876"/>
            <a:ext cx="481838" cy="45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2674855" y="3377810"/>
            <a:ext cx="424961" cy="339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2876134" y="2910097"/>
            <a:ext cx="3151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椭圆 15">
            <a:extLst/>
          </p:cNvPr>
          <p:cNvSpPr/>
          <p:nvPr/>
        </p:nvSpPr>
        <p:spPr>
          <a:xfrm>
            <a:off x="2011095" y="1269313"/>
            <a:ext cx="663760" cy="66376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A</a:t>
            </a:r>
          </a:p>
          <a:p>
            <a:pPr algn="ctr"/>
            <a:r>
              <a:rPr lang="en-US" altLang="zh-CN" sz="1400" dirty="0"/>
              <a:t>200</a:t>
            </a:r>
            <a:endParaRPr lang="zh-CN" altLang="en-US" sz="1400" dirty="0"/>
          </a:p>
        </p:txBody>
      </p:sp>
      <p:sp>
        <p:nvSpPr>
          <p:cNvPr id="60" name="椭圆 15">
            <a:extLst/>
          </p:cNvPr>
          <p:cNvSpPr/>
          <p:nvPr/>
        </p:nvSpPr>
        <p:spPr>
          <a:xfrm>
            <a:off x="2011095" y="2552248"/>
            <a:ext cx="663760" cy="66376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B</a:t>
            </a:r>
          </a:p>
          <a:p>
            <a:pPr algn="ctr"/>
            <a:r>
              <a:rPr lang="en-US" altLang="zh-CN" sz="1400" dirty="0"/>
              <a:t>800</a:t>
            </a:r>
            <a:endParaRPr lang="zh-CN" alt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363290" y="5225694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Finish</a:t>
            </a:r>
          </a:p>
        </p:txBody>
      </p:sp>
    </p:spTree>
    <p:extLst>
      <p:ext uri="{BB962C8B-B14F-4D97-AF65-F5344CB8AC3E}">
        <p14:creationId xmlns:p14="http://schemas.microsoft.com/office/powerpoint/2010/main" val="177216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000"/>
                            </p:stCondLst>
                            <p:childTnLst>
                              <p:par>
                                <p:cTn id="4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0"/>
                            </p:stCondLst>
                            <p:childTnLst>
                              <p:par>
                                <p:cTn id="5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1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0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3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4000"/>
                            </p:stCondLst>
                            <p:childTnLst>
                              <p:par>
                                <p:cTn id="8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6000"/>
                            </p:stCondLst>
                            <p:childTnLst>
                              <p:par>
                                <p:cTn id="9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8000"/>
                            </p:stCondLst>
                            <p:childTnLst>
                              <p:par>
                                <p:cTn id="1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90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1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10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20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300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40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50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6000"/>
                            </p:stCondLst>
                            <p:childTnLst>
                              <p:par>
                                <p:cTn id="13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7000"/>
                            </p:stCondLst>
                            <p:childTnLst>
                              <p:par>
                                <p:cTn id="14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800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9000"/>
                            </p:stCondLst>
                            <p:childTnLst>
                              <p:par>
                                <p:cTn id="1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3000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31000"/>
                            </p:stCondLst>
                            <p:childTnLst>
                              <p:par>
                                <p:cTn id="1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32000"/>
                            </p:stCondLst>
                            <p:childTnLst>
                              <p:par>
                                <p:cTn id="1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3000"/>
                            </p:stCondLst>
                            <p:childTnLst>
                              <p:par>
                                <p:cTn id="1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34000"/>
                            </p:stCondLst>
                            <p:childTnLst>
                              <p:par>
                                <p:cTn id="1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8" grpId="0"/>
      <p:bldP spid="8" grpId="1"/>
      <p:bldP spid="30" grpId="0"/>
      <p:bldP spid="30" grpId="1"/>
      <p:bldP spid="31" grpId="0"/>
      <p:bldP spid="31" grpId="1"/>
      <p:bldP spid="32" grpId="0"/>
      <p:bldP spid="32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 animBg="1"/>
      <p:bldP spid="52" grpId="0" animBg="1"/>
      <p:bldP spid="59" grpId="0" animBg="1"/>
      <p:bldP spid="60" grpId="0" animBg="1"/>
      <p:bldP spid="61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382</Words>
  <Application>Microsoft Office PowerPoint</Application>
  <PresentationFormat>Widescreen</PresentationFormat>
  <Paragraphs>149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Kun Yu</dc:creator>
  <cp:lastModifiedBy>Yu, Justin [Kun]</cp:lastModifiedBy>
  <cp:revision>31</cp:revision>
  <dcterms:created xsi:type="dcterms:W3CDTF">2019-02-26T13:04:12Z</dcterms:created>
  <dcterms:modified xsi:type="dcterms:W3CDTF">2019-02-28T06:36:02Z</dcterms:modified>
</cp:coreProperties>
</file>