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73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9900FF"/>
    <a:srgbClr val="00CC66"/>
    <a:srgbClr val="006633"/>
    <a:srgbClr val="E8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2775E-CC2B-4435-8D47-14B8A071A5EE}" type="datetimeFigureOut">
              <a:rPr lang="en-US" smtClean="0"/>
              <a:t>3/7/2019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50BAC-C6A1-4CD7-929C-93DFD97CA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6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Chain-Like</a:t>
            </a:r>
            <a:r>
              <a:rPr lang="en-US" baseline="0" dirty="0"/>
              <a:t>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50BAC-C6A1-4CD7-929C-93DFD97CA8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Chain-Like</a:t>
            </a:r>
            <a:r>
              <a:rPr lang="en-US" baseline="0" dirty="0"/>
              <a:t>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50BAC-C6A1-4CD7-929C-93DFD97CA8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46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Chain-Like</a:t>
            </a:r>
            <a:r>
              <a:rPr lang="en-US" baseline="0" dirty="0"/>
              <a:t>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50BAC-C6A1-4CD7-929C-93DFD97CA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140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Chain-Like</a:t>
            </a:r>
            <a:r>
              <a:rPr lang="en-US" baseline="0" dirty="0"/>
              <a:t>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50BAC-C6A1-4CD7-929C-93DFD97CA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09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Chain-Like</a:t>
            </a:r>
            <a:r>
              <a:rPr lang="en-US" baseline="0" dirty="0"/>
              <a:t>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50BAC-C6A1-4CD7-929C-93DFD97CA8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54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94837-51BB-4E90-9C26-FD64B2389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77270A-C234-4C03-8BD2-2302F583A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2C794-D255-4B16-9F6F-5BB95111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AAE82-E728-4660-AD48-EBECE28B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1A0D1-A18C-417B-AE14-9997960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7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1D8DB-BA0D-4117-962E-6F1FB186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9558B-4C66-40F7-B75E-F680E72FD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229212-D0DA-4332-997F-3B941318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4887F-B906-4168-886B-E9E9203C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20D5C-AF97-48F8-BCD7-68237A5A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3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FF235-CA5E-4A9D-8FCD-59E7021E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6DAF2-B118-49EC-9482-6D2778217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0D717-379C-48DD-B94B-5C291606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27EE8-25CF-4C75-AF50-E2F791E0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4C10B-D0ED-40E8-B0A6-3644CE73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60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5F6CB-D59D-42F5-A7FC-3AA37535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F791CB-C680-4DCB-B3E9-D179FFF20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9925CC-4D6D-4D58-89B4-88CC880FF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746CD4-9C30-478E-A739-97FD468C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9AB04-1C6A-4719-8D74-A9BC67C1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7A3B2-F5E8-4F07-9F7B-FC6F6D11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2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A5AA6-A3EC-4083-8703-EB14C96A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99AE6-0F17-4F1E-8C15-813E7FE82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0E50EE-C0F2-45B2-906C-35A548677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40D3AA-AF02-4F87-AAE4-FCF1E95FE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7345848-D236-4A35-BE93-BB2D79DBD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81FDF6-9E45-4A9F-A12E-B116D537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EF08FE-E567-49EA-820C-CFC650CF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386360-20FA-4E83-8CBB-5BECE50D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9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F11B3-3A2A-4215-B605-2BD6A8C8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3B8A80-480F-49B0-880E-78442B71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63CA41-B588-43B9-9C1A-ACC3BC2A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1E5D40-0A5F-40D5-BBE0-3630BF14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98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0588DD-3774-4168-8AF2-0E5FB6E3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29A4E2-B5E1-4604-9FCD-85EA5B551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291AEC-0F92-470B-9AE3-C68D5BEF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804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FA488-79B4-462A-8366-6598420E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6BAE2-4BCD-4FA4-9B55-8AA360DBA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9B404C-6E22-4B39-B653-53BB206F1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0A7E04-D58D-4EF6-9913-7CACC576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EFACD6-1EFC-4FA4-B7C1-660971E8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3F1E72-680A-41D1-A655-DFE57708A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77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5391C-5F71-4D5E-A4E5-8B07CC9E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79CF61-9200-4BA9-8630-06F8E1BF9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E9061-3089-4A51-A671-5185F7E41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964EA0-4D55-42B3-BFB6-97487544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9B3E7-FF05-450E-9F61-B809FB136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A4106-C4DE-4E5D-9F56-DA17A6FF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20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43F90-5E8B-469F-9894-53BA4DA9C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EC6355-C570-4D1B-85B9-4234BE5DC0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72679-A711-4998-AA7E-92AF604C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932B0-978B-4C6F-88A4-F488CE3B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2FF58-613C-4CCD-BD42-BAB6877D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820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BA7923-5EA0-4406-83A2-446308142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1CFA5F-4847-4431-BC86-BF16F1AB5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59EAA-F957-4AF1-8659-FA3AE6BF0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A5B1D-8E33-4809-81D0-F3465398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7C44E-3FC7-4656-AFB6-458B4F233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79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55314DC-6938-400F-B108-B96638A8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68358C-C7F8-41B0-8A9C-8BAD947DA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050D05-EECA-426C-86DA-27BFC6369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00AEC-DB69-48EF-AE4F-57A1400CA1DE}" type="datetimeFigureOut">
              <a:rPr lang="zh-CN" altLang="en-US" smtClean="0"/>
              <a:t>2019/3/7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12E59-490C-405A-92E0-CCC3EB2C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EACA4-0FEA-40ED-9AC8-CF6EDAD58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DE54A-049B-4494-AE3F-C9A27FB6C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70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3236" y="966510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749535" y="218079"/>
            <a:ext cx="473648" cy="469802"/>
            <a:chOff x="1749535" y="218079"/>
            <a:chExt cx="473648" cy="469802"/>
          </a:xfrm>
        </p:grpSpPr>
        <p:sp>
          <p:nvSpPr>
            <p:cNvPr id="15" name="椭圆 11">
              <a:extLst/>
            </p:cNvPr>
            <p:cNvSpPr/>
            <p:nvPr/>
          </p:nvSpPr>
          <p:spPr>
            <a:xfrm>
              <a:off x="1749535" y="218079"/>
              <a:ext cx="473648" cy="469802"/>
            </a:xfrm>
            <a:prstGeom prst="ellipse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/>
            </p:cNvPr>
            <p:cNvSpPr/>
            <p:nvPr/>
          </p:nvSpPr>
          <p:spPr>
            <a:xfrm>
              <a:off x="1845741" y="312362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749535" y="1004463"/>
            <a:ext cx="473648" cy="469802"/>
            <a:chOff x="1749535" y="1004463"/>
            <a:chExt cx="473648" cy="469802"/>
          </a:xfrm>
        </p:grpSpPr>
        <p:sp>
          <p:nvSpPr>
            <p:cNvPr id="53" name="椭圆 11">
              <a:extLst/>
            </p:cNvPr>
            <p:cNvSpPr/>
            <p:nvPr/>
          </p:nvSpPr>
          <p:spPr>
            <a:xfrm>
              <a:off x="1749535" y="1004463"/>
              <a:ext cx="473648" cy="469802"/>
            </a:xfrm>
            <a:prstGeom prst="ellipse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15">
              <a:extLst/>
            </p:cNvPr>
            <p:cNvSpPr/>
            <p:nvPr/>
          </p:nvSpPr>
          <p:spPr>
            <a:xfrm>
              <a:off x="1845741" y="1098746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B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749535" y="1790847"/>
            <a:ext cx="473648" cy="469802"/>
            <a:chOff x="1749535" y="1790847"/>
            <a:chExt cx="473648" cy="469802"/>
          </a:xfrm>
        </p:grpSpPr>
        <p:sp>
          <p:nvSpPr>
            <p:cNvPr id="63" name="椭圆 11">
              <a:extLst/>
            </p:cNvPr>
            <p:cNvSpPr/>
            <p:nvPr/>
          </p:nvSpPr>
          <p:spPr>
            <a:xfrm>
              <a:off x="1749535" y="1790847"/>
              <a:ext cx="473648" cy="469802"/>
            </a:xfrm>
            <a:prstGeom prst="ellipse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15">
              <a:extLst/>
            </p:cNvPr>
            <p:cNvSpPr/>
            <p:nvPr/>
          </p:nvSpPr>
          <p:spPr>
            <a:xfrm>
              <a:off x="1845741" y="1885130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" name="Straight Arrow Connector 4"/>
          <p:cNvCxnSpPr>
            <a:stCxn id="7" idx="3"/>
            <a:endCxn id="15" idx="2"/>
          </p:cNvCxnSpPr>
          <p:nvPr/>
        </p:nvCxnSpPr>
        <p:spPr>
          <a:xfrm flipV="1">
            <a:off x="1234440" y="452980"/>
            <a:ext cx="515095" cy="755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1"/>
            <a:endCxn id="53" idx="7"/>
          </p:cNvCxnSpPr>
          <p:nvPr/>
        </p:nvCxnSpPr>
        <p:spPr>
          <a:xfrm flipH="1">
            <a:off x="2153819" y="471239"/>
            <a:ext cx="949028" cy="6020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53" idx="6"/>
            <a:endCxn id="27" idx="1"/>
          </p:cNvCxnSpPr>
          <p:nvPr/>
        </p:nvCxnSpPr>
        <p:spPr>
          <a:xfrm>
            <a:off x="2223183" y="1239364"/>
            <a:ext cx="879664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7" idx="1"/>
            <a:endCxn id="63" idx="7"/>
          </p:cNvCxnSpPr>
          <p:nvPr/>
        </p:nvCxnSpPr>
        <p:spPr>
          <a:xfrm flipH="1">
            <a:off x="2153819" y="1240097"/>
            <a:ext cx="949028" cy="6195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3" idx="6"/>
            <a:endCxn id="24" idx="1"/>
          </p:cNvCxnSpPr>
          <p:nvPr/>
        </p:nvCxnSpPr>
        <p:spPr>
          <a:xfrm flipV="1">
            <a:off x="2223183" y="2025015"/>
            <a:ext cx="879664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" idx="6"/>
            <a:endCxn id="3" idx="1"/>
          </p:cNvCxnSpPr>
          <p:nvPr/>
        </p:nvCxnSpPr>
        <p:spPr>
          <a:xfrm>
            <a:off x="2223183" y="452980"/>
            <a:ext cx="879664" cy="18259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102847" y="237071"/>
            <a:ext cx="468336" cy="468336"/>
            <a:chOff x="3102847" y="237071"/>
            <a:chExt cx="468336" cy="468336"/>
          </a:xfrm>
        </p:grpSpPr>
        <p:sp>
          <p:nvSpPr>
            <p:cNvPr id="3" name="Rectangle 2"/>
            <p:cNvSpPr/>
            <p:nvPr/>
          </p:nvSpPr>
          <p:spPr>
            <a:xfrm>
              <a:off x="3102847" y="237071"/>
              <a:ext cx="468336" cy="468336"/>
            </a:xfrm>
            <a:prstGeom prst="rect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96397" y="330621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102847" y="1790847"/>
            <a:ext cx="468336" cy="468336"/>
            <a:chOff x="3102847" y="1790847"/>
            <a:chExt cx="468336" cy="468336"/>
          </a:xfrm>
        </p:grpSpPr>
        <p:sp>
          <p:nvSpPr>
            <p:cNvPr id="24" name="Rectangle 23"/>
            <p:cNvSpPr/>
            <p:nvPr/>
          </p:nvSpPr>
          <p:spPr>
            <a:xfrm>
              <a:off x="3102847" y="1790847"/>
              <a:ext cx="468336" cy="468336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196397" y="1884397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102847" y="1005929"/>
            <a:ext cx="468336" cy="468336"/>
            <a:chOff x="3102847" y="1005929"/>
            <a:chExt cx="468336" cy="468336"/>
          </a:xfrm>
        </p:grpSpPr>
        <p:sp>
          <p:nvSpPr>
            <p:cNvPr id="27" name="Rectangle 26"/>
            <p:cNvSpPr/>
            <p:nvPr/>
          </p:nvSpPr>
          <p:spPr>
            <a:xfrm>
              <a:off x="3102847" y="1005929"/>
              <a:ext cx="468336" cy="46833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96397" y="1099479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>
            <a:off x="443378" y="2630378"/>
            <a:ext cx="6193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43378" y="2992114"/>
            <a:ext cx="619302" cy="734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14071" y="2461101"/>
            <a:ext cx="9099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Sync Call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4071" y="2822837"/>
            <a:ext cx="101290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Async</a:t>
            </a:r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3471" y="2489760"/>
            <a:ext cx="281236" cy="281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389648" y="2545937"/>
            <a:ext cx="168882" cy="16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椭圆 11">
            <a:extLst/>
          </p:cNvPr>
          <p:cNvSpPr/>
          <p:nvPr/>
        </p:nvSpPr>
        <p:spPr>
          <a:xfrm>
            <a:off x="2319845" y="2855692"/>
            <a:ext cx="308488" cy="28123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15">
            <a:extLst/>
          </p:cNvPr>
          <p:cNvSpPr/>
          <p:nvPr/>
        </p:nvSpPr>
        <p:spPr>
          <a:xfrm>
            <a:off x="2382504" y="2912132"/>
            <a:ext cx="183170" cy="1683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08310" y="2461101"/>
            <a:ext cx="7761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657" y="2822837"/>
            <a:ext cx="88646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</a:p>
        </p:txBody>
      </p:sp>
    </p:spTree>
    <p:extLst>
      <p:ext uri="{BB962C8B-B14F-4D97-AF65-F5344CB8AC3E}">
        <p14:creationId xmlns:p14="http://schemas.microsoft.com/office/powerpoint/2010/main" val="177216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0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6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3236" y="966510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2583780" y="193266"/>
            <a:ext cx="473648" cy="469802"/>
            <a:chOff x="2583780" y="193266"/>
            <a:chExt cx="473648" cy="469802"/>
          </a:xfrm>
        </p:grpSpPr>
        <p:sp>
          <p:nvSpPr>
            <p:cNvPr id="15" name="椭圆 11">
              <a:extLst/>
            </p:cNvPr>
            <p:cNvSpPr/>
            <p:nvPr/>
          </p:nvSpPr>
          <p:spPr>
            <a:xfrm>
              <a:off x="2583780" y="193266"/>
              <a:ext cx="473648" cy="469802"/>
            </a:xfrm>
            <a:prstGeom prst="ellipse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/>
            </p:cNvPr>
            <p:cNvSpPr/>
            <p:nvPr/>
          </p:nvSpPr>
          <p:spPr>
            <a:xfrm>
              <a:off x="2679986" y="287549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583780" y="979650"/>
            <a:ext cx="473648" cy="469802"/>
            <a:chOff x="2583780" y="979650"/>
            <a:chExt cx="473648" cy="469802"/>
          </a:xfrm>
        </p:grpSpPr>
        <p:sp>
          <p:nvSpPr>
            <p:cNvPr id="53" name="椭圆 11">
              <a:extLst/>
            </p:cNvPr>
            <p:cNvSpPr/>
            <p:nvPr/>
          </p:nvSpPr>
          <p:spPr>
            <a:xfrm>
              <a:off x="2583780" y="979650"/>
              <a:ext cx="473648" cy="469802"/>
            </a:xfrm>
            <a:prstGeom prst="ellipse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15">
              <a:extLst/>
            </p:cNvPr>
            <p:cNvSpPr/>
            <p:nvPr/>
          </p:nvSpPr>
          <p:spPr>
            <a:xfrm>
              <a:off x="2679986" y="1073933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B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2583780" y="1766034"/>
            <a:ext cx="473648" cy="469802"/>
            <a:chOff x="2583780" y="1766034"/>
            <a:chExt cx="473648" cy="469802"/>
          </a:xfrm>
        </p:grpSpPr>
        <p:sp>
          <p:nvSpPr>
            <p:cNvPr id="63" name="椭圆 11">
              <a:extLst/>
            </p:cNvPr>
            <p:cNvSpPr/>
            <p:nvPr/>
          </p:nvSpPr>
          <p:spPr>
            <a:xfrm>
              <a:off x="2583780" y="1766034"/>
              <a:ext cx="473648" cy="469802"/>
            </a:xfrm>
            <a:prstGeom prst="ellipse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15">
              <a:extLst/>
            </p:cNvPr>
            <p:cNvSpPr/>
            <p:nvPr/>
          </p:nvSpPr>
          <p:spPr>
            <a:xfrm>
              <a:off x="2679986" y="1860317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Straight Arrow Connector 16"/>
          <p:cNvCxnSpPr>
            <a:stCxn id="53" idx="6"/>
            <a:endCxn id="27" idx="1"/>
          </p:cNvCxnSpPr>
          <p:nvPr/>
        </p:nvCxnSpPr>
        <p:spPr>
          <a:xfrm>
            <a:off x="3057428" y="1214551"/>
            <a:ext cx="7430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3" idx="6"/>
            <a:endCxn id="24" idx="1"/>
          </p:cNvCxnSpPr>
          <p:nvPr/>
        </p:nvCxnSpPr>
        <p:spPr>
          <a:xfrm flipV="1">
            <a:off x="3057428" y="2000202"/>
            <a:ext cx="7430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" idx="6"/>
            <a:endCxn id="3" idx="1"/>
          </p:cNvCxnSpPr>
          <p:nvPr/>
        </p:nvCxnSpPr>
        <p:spPr>
          <a:xfrm>
            <a:off x="3057428" y="428167"/>
            <a:ext cx="743002" cy="18259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3800430" y="212258"/>
            <a:ext cx="468336" cy="468336"/>
            <a:chOff x="3800430" y="212258"/>
            <a:chExt cx="468336" cy="468336"/>
          </a:xfrm>
        </p:grpSpPr>
        <p:sp>
          <p:nvSpPr>
            <p:cNvPr id="3" name="Rectangle 2"/>
            <p:cNvSpPr/>
            <p:nvPr/>
          </p:nvSpPr>
          <p:spPr>
            <a:xfrm>
              <a:off x="3800430" y="212258"/>
              <a:ext cx="468336" cy="468336"/>
            </a:xfrm>
            <a:prstGeom prst="rect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93980" y="305808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800430" y="1766034"/>
            <a:ext cx="468336" cy="468336"/>
            <a:chOff x="3800430" y="1766034"/>
            <a:chExt cx="468336" cy="468336"/>
          </a:xfrm>
        </p:grpSpPr>
        <p:sp>
          <p:nvSpPr>
            <p:cNvPr id="24" name="Rectangle 23"/>
            <p:cNvSpPr/>
            <p:nvPr/>
          </p:nvSpPr>
          <p:spPr>
            <a:xfrm>
              <a:off x="3800430" y="1766034"/>
              <a:ext cx="468336" cy="468336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93980" y="1859584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00430" y="981116"/>
            <a:ext cx="468336" cy="468336"/>
            <a:chOff x="3800430" y="981116"/>
            <a:chExt cx="468336" cy="468336"/>
          </a:xfrm>
        </p:grpSpPr>
        <p:sp>
          <p:nvSpPr>
            <p:cNvPr id="27" name="Rectangle 26"/>
            <p:cNvSpPr/>
            <p:nvPr/>
          </p:nvSpPr>
          <p:spPr>
            <a:xfrm>
              <a:off x="3800430" y="981116"/>
              <a:ext cx="468336" cy="46833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893980" y="1074666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800430" y="2577448"/>
            <a:ext cx="468336" cy="468336"/>
            <a:chOff x="3800430" y="2577448"/>
            <a:chExt cx="468336" cy="468336"/>
          </a:xfrm>
        </p:grpSpPr>
        <p:sp>
          <p:nvSpPr>
            <p:cNvPr id="22" name="Rectangle 21"/>
            <p:cNvSpPr/>
            <p:nvPr/>
          </p:nvSpPr>
          <p:spPr>
            <a:xfrm>
              <a:off x="3800430" y="2577448"/>
              <a:ext cx="468336" cy="468336"/>
            </a:xfrm>
            <a:prstGeom prst="rect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893980" y="2670998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603955" y="979650"/>
            <a:ext cx="473648" cy="469802"/>
            <a:chOff x="1603955" y="979650"/>
            <a:chExt cx="473648" cy="469802"/>
          </a:xfrm>
        </p:grpSpPr>
        <p:sp>
          <p:nvSpPr>
            <p:cNvPr id="29" name="椭圆 11">
              <a:extLst/>
            </p:cNvPr>
            <p:cNvSpPr/>
            <p:nvPr/>
          </p:nvSpPr>
          <p:spPr>
            <a:xfrm>
              <a:off x="1603955" y="979650"/>
              <a:ext cx="473648" cy="469802"/>
            </a:xfrm>
            <a:prstGeom prst="ellipse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15">
              <a:extLst/>
            </p:cNvPr>
            <p:cNvSpPr/>
            <p:nvPr/>
          </p:nvSpPr>
          <p:spPr>
            <a:xfrm>
              <a:off x="1700161" y="1073933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W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Straight Arrow Connector 8"/>
          <p:cNvCxnSpPr>
            <a:stCxn id="29" idx="6"/>
            <a:endCxn id="53" idx="2"/>
          </p:cNvCxnSpPr>
          <p:nvPr/>
        </p:nvCxnSpPr>
        <p:spPr>
          <a:xfrm>
            <a:off x="2077603" y="1214551"/>
            <a:ext cx="506177" cy="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9" idx="7"/>
            <a:endCxn id="15" idx="3"/>
          </p:cNvCxnSpPr>
          <p:nvPr/>
        </p:nvCxnSpPr>
        <p:spPr>
          <a:xfrm flipV="1">
            <a:off x="2008239" y="594267"/>
            <a:ext cx="644905" cy="454184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9" idx="5"/>
            <a:endCxn id="63" idx="1"/>
          </p:cNvCxnSpPr>
          <p:nvPr/>
        </p:nvCxnSpPr>
        <p:spPr>
          <a:xfrm>
            <a:off x="2008239" y="1380651"/>
            <a:ext cx="644905" cy="454184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29" idx="2"/>
          </p:cNvCxnSpPr>
          <p:nvPr/>
        </p:nvCxnSpPr>
        <p:spPr>
          <a:xfrm>
            <a:off x="1234440" y="1207981"/>
            <a:ext cx="369515" cy="657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9" idx="4"/>
            <a:endCxn id="22" idx="1"/>
          </p:cNvCxnSpPr>
          <p:nvPr/>
        </p:nvCxnSpPr>
        <p:spPr>
          <a:xfrm rot="16200000" flipH="1">
            <a:off x="2139522" y="1150708"/>
            <a:ext cx="1362164" cy="1959651"/>
          </a:xfrm>
          <a:prstGeom prst="bentConnector2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696149" y="3327400"/>
            <a:ext cx="6193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696149" y="3689136"/>
            <a:ext cx="619302" cy="734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366842" y="3158123"/>
            <a:ext cx="9099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Sync Call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66842" y="3519859"/>
            <a:ext cx="101290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Async</a:t>
            </a:r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Call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86242" y="3186782"/>
            <a:ext cx="281236" cy="281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2642419" y="3242959"/>
            <a:ext cx="168882" cy="16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椭圆 11">
            <a:extLst/>
          </p:cNvPr>
          <p:cNvSpPr/>
          <p:nvPr/>
        </p:nvSpPr>
        <p:spPr>
          <a:xfrm>
            <a:off x="2572616" y="3552714"/>
            <a:ext cx="308488" cy="28123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15">
            <a:extLst/>
          </p:cNvPr>
          <p:cNvSpPr/>
          <p:nvPr/>
        </p:nvSpPr>
        <p:spPr>
          <a:xfrm>
            <a:off x="2635275" y="3609154"/>
            <a:ext cx="183170" cy="1683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061081" y="3158123"/>
            <a:ext cx="7761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57428" y="3519859"/>
            <a:ext cx="88646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</a:p>
        </p:txBody>
      </p:sp>
    </p:spTree>
    <p:extLst>
      <p:ext uri="{BB962C8B-B14F-4D97-AF65-F5344CB8AC3E}">
        <p14:creationId xmlns:p14="http://schemas.microsoft.com/office/powerpoint/2010/main" val="149530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000"/>
                            </p:stCondLst>
                            <p:childTnLst>
                              <p:par>
                                <p:cTn id="8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2526" y="955706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3140970" y="182462"/>
            <a:ext cx="473648" cy="469802"/>
            <a:chOff x="3140970" y="182462"/>
            <a:chExt cx="473648" cy="469802"/>
          </a:xfrm>
        </p:grpSpPr>
        <p:sp>
          <p:nvSpPr>
            <p:cNvPr id="15" name="椭圆 11">
              <a:extLst/>
            </p:cNvPr>
            <p:cNvSpPr/>
            <p:nvPr/>
          </p:nvSpPr>
          <p:spPr>
            <a:xfrm>
              <a:off x="3140970" y="182462"/>
              <a:ext cx="473648" cy="469802"/>
            </a:xfrm>
            <a:prstGeom prst="ellipse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/>
            </p:cNvPr>
            <p:cNvSpPr/>
            <p:nvPr/>
          </p:nvSpPr>
          <p:spPr>
            <a:xfrm>
              <a:off x="3237176" y="276745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140970" y="968846"/>
            <a:ext cx="473648" cy="469802"/>
            <a:chOff x="3140970" y="968846"/>
            <a:chExt cx="473648" cy="469802"/>
          </a:xfrm>
        </p:grpSpPr>
        <p:sp>
          <p:nvSpPr>
            <p:cNvPr id="53" name="椭圆 11">
              <a:extLst/>
            </p:cNvPr>
            <p:cNvSpPr/>
            <p:nvPr/>
          </p:nvSpPr>
          <p:spPr>
            <a:xfrm>
              <a:off x="3140970" y="968846"/>
              <a:ext cx="473648" cy="469802"/>
            </a:xfrm>
            <a:prstGeom prst="ellipse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15">
              <a:extLst/>
            </p:cNvPr>
            <p:cNvSpPr/>
            <p:nvPr/>
          </p:nvSpPr>
          <p:spPr>
            <a:xfrm>
              <a:off x="3237176" y="1063129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B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140970" y="1755230"/>
            <a:ext cx="473648" cy="469802"/>
            <a:chOff x="3140970" y="1755230"/>
            <a:chExt cx="473648" cy="469802"/>
          </a:xfrm>
        </p:grpSpPr>
        <p:sp>
          <p:nvSpPr>
            <p:cNvPr id="63" name="椭圆 11">
              <a:extLst/>
            </p:cNvPr>
            <p:cNvSpPr/>
            <p:nvPr/>
          </p:nvSpPr>
          <p:spPr>
            <a:xfrm>
              <a:off x="3140970" y="1755230"/>
              <a:ext cx="473648" cy="469802"/>
            </a:xfrm>
            <a:prstGeom prst="ellipse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15">
              <a:extLst/>
            </p:cNvPr>
            <p:cNvSpPr/>
            <p:nvPr/>
          </p:nvSpPr>
          <p:spPr>
            <a:xfrm>
              <a:off x="3237176" y="1849513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Straight Arrow Connector 16"/>
          <p:cNvCxnSpPr>
            <a:stCxn id="53" idx="6"/>
            <a:endCxn id="27" idx="1"/>
          </p:cNvCxnSpPr>
          <p:nvPr/>
        </p:nvCxnSpPr>
        <p:spPr>
          <a:xfrm flipV="1">
            <a:off x="3614618" y="1192806"/>
            <a:ext cx="549502" cy="10941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3" idx="6"/>
            <a:endCxn id="24" idx="1"/>
          </p:cNvCxnSpPr>
          <p:nvPr/>
        </p:nvCxnSpPr>
        <p:spPr>
          <a:xfrm flipV="1">
            <a:off x="3614618" y="1989398"/>
            <a:ext cx="5495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" idx="6"/>
            <a:endCxn id="3" idx="1"/>
          </p:cNvCxnSpPr>
          <p:nvPr/>
        </p:nvCxnSpPr>
        <p:spPr>
          <a:xfrm>
            <a:off x="3614618" y="417363"/>
            <a:ext cx="549502" cy="6585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/>
          <p:cNvGrpSpPr/>
          <p:nvPr/>
        </p:nvGrpSpPr>
        <p:grpSpPr>
          <a:xfrm>
            <a:off x="4164120" y="189780"/>
            <a:ext cx="468336" cy="468336"/>
            <a:chOff x="4164120" y="189780"/>
            <a:chExt cx="468336" cy="468336"/>
          </a:xfrm>
        </p:grpSpPr>
        <p:sp>
          <p:nvSpPr>
            <p:cNvPr id="3" name="Rectangle 2"/>
            <p:cNvSpPr/>
            <p:nvPr/>
          </p:nvSpPr>
          <p:spPr>
            <a:xfrm>
              <a:off x="4164120" y="189780"/>
              <a:ext cx="468336" cy="468336"/>
            </a:xfrm>
            <a:prstGeom prst="rect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57670" y="283330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4164120" y="1755230"/>
            <a:ext cx="468336" cy="468336"/>
            <a:chOff x="4164120" y="1755230"/>
            <a:chExt cx="468336" cy="468336"/>
          </a:xfrm>
        </p:grpSpPr>
        <p:sp>
          <p:nvSpPr>
            <p:cNvPr id="24" name="Rectangle 23"/>
            <p:cNvSpPr/>
            <p:nvPr/>
          </p:nvSpPr>
          <p:spPr>
            <a:xfrm>
              <a:off x="4164120" y="1755230"/>
              <a:ext cx="468336" cy="468336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257670" y="1848780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4164120" y="958638"/>
            <a:ext cx="468336" cy="468336"/>
            <a:chOff x="4164120" y="958638"/>
            <a:chExt cx="468336" cy="468336"/>
          </a:xfrm>
        </p:grpSpPr>
        <p:sp>
          <p:nvSpPr>
            <p:cNvPr id="27" name="Rectangle 26"/>
            <p:cNvSpPr/>
            <p:nvPr/>
          </p:nvSpPr>
          <p:spPr>
            <a:xfrm>
              <a:off x="4164120" y="958638"/>
              <a:ext cx="468336" cy="46833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57670" y="1052188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272389" y="957172"/>
            <a:ext cx="468336" cy="468336"/>
            <a:chOff x="2272389" y="957172"/>
            <a:chExt cx="468336" cy="468336"/>
          </a:xfrm>
        </p:grpSpPr>
        <p:sp>
          <p:nvSpPr>
            <p:cNvPr id="22" name="Rectangle 21"/>
            <p:cNvSpPr/>
            <p:nvPr/>
          </p:nvSpPr>
          <p:spPr>
            <a:xfrm>
              <a:off x="2272389" y="957172"/>
              <a:ext cx="468336" cy="468336"/>
            </a:xfrm>
            <a:prstGeom prst="rect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365939" y="1050722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466408" y="955706"/>
            <a:ext cx="473648" cy="469802"/>
            <a:chOff x="1466408" y="955706"/>
            <a:chExt cx="473648" cy="469802"/>
          </a:xfrm>
        </p:grpSpPr>
        <p:sp>
          <p:nvSpPr>
            <p:cNvPr id="29" name="椭圆 11">
              <a:extLst/>
            </p:cNvPr>
            <p:cNvSpPr/>
            <p:nvPr/>
          </p:nvSpPr>
          <p:spPr>
            <a:xfrm>
              <a:off x="1466408" y="955706"/>
              <a:ext cx="473648" cy="469802"/>
            </a:xfrm>
            <a:prstGeom prst="ellipse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15">
              <a:extLst/>
            </p:cNvPr>
            <p:cNvSpPr/>
            <p:nvPr/>
          </p:nvSpPr>
          <p:spPr>
            <a:xfrm>
              <a:off x="1562614" y="1049989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W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Straight Arrow Connector 8"/>
          <p:cNvCxnSpPr>
            <a:stCxn id="22" idx="3"/>
            <a:endCxn id="53" idx="2"/>
          </p:cNvCxnSpPr>
          <p:nvPr/>
        </p:nvCxnSpPr>
        <p:spPr>
          <a:xfrm>
            <a:off x="2740725" y="1191340"/>
            <a:ext cx="400245" cy="1240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2" idx="0"/>
            <a:endCxn id="15" idx="2"/>
          </p:cNvCxnSpPr>
          <p:nvPr/>
        </p:nvCxnSpPr>
        <p:spPr>
          <a:xfrm flipV="1">
            <a:off x="2506557" y="417363"/>
            <a:ext cx="634413" cy="539809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2" idx="2"/>
            <a:endCxn id="63" idx="2"/>
          </p:cNvCxnSpPr>
          <p:nvPr/>
        </p:nvCxnSpPr>
        <p:spPr>
          <a:xfrm>
            <a:off x="2506557" y="1425508"/>
            <a:ext cx="634413" cy="564623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29" idx="2"/>
          </p:cNvCxnSpPr>
          <p:nvPr/>
        </p:nvCxnSpPr>
        <p:spPr>
          <a:xfrm flipV="1">
            <a:off x="1153730" y="1190607"/>
            <a:ext cx="312678" cy="657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6"/>
            <a:endCxn id="22" idx="1"/>
          </p:cNvCxnSpPr>
          <p:nvPr/>
        </p:nvCxnSpPr>
        <p:spPr>
          <a:xfrm>
            <a:off x="1940056" y="1190607"/>
            <a:ext cx="332333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765392" y="2627744"/>
            <a:ext cx="6193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765392" y="2989480"/>
            <a:ext cx="619302" cy="734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1436085" y="2458467"/>
            <a:ext cx="9099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Sync Call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36085" y="2820203"/>
            <a:ext cx="101290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Async</a:t>
            </a:r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Call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5485" y="2487126"/>
            <a:ext cx="281236" cy="281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2711662" y="2543303"/>
            <a:ext cx="168882" cy="16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8" name="椭圆 11">
            <a:extLst/>
          </p:cNvPr>
          <p:cNvSpPr/>
          <p:nvPr/>
        </p:nvSpPr>
        <p:spPr>
          <a:xfrm>
            <a:off x="2641859" y="2853058"/>
            <a:ext cx="308488" cy="28123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15">
            <a:extLst/>
          </p:cNvPr>
          <p:cNvSpPr/>
          <p:nvPr/>
        </p:nvSpPr>
        <p:spPr>
          <a:xfrm>
            <a:off x="2704518" y="2909498"/>
            <a:ext cx="183170" cy="1683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130324" y="2458467"/>
            <a:ext cx="7761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26671" y="2820203"/>
            <a:ext cx="88646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</a:p>
        </p:txBody>
      </p:sp>
    </p:spTree>
    <p:extLst>
      <p:ext uri="{BB962C8B-B14F-4D97-AF65-F5344CB8AC3E}">
        <p14:creationId xmlns:p14="http://schemas.microsoft.com/office/powerpoint/2010/main" val="1264288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0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2526" y="955706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140970" y="182462"/>
            <a:ext cx="473648" cy="469802"/>
            <a:chOff x="3140970" y="182462"/>
            <a:chExt cx="473648" cy="469802"/>
          </a:xfrm>
        </p:grpSpPr>
        <p:sp>
          <p:nvSpPr>
            <p:cNvPr id="15" name="椭圆 11">
              <a:extLst/>
            </p:cNvPr>
            <p:cNvSpPr/>
            <p:nvPr/>
          </p:nvSpPr>
          <p:spPr>
            <a:xfrm>
              <a:off x="3140970" y="182462"/>
              <a:ext cx="473648" cy="469802"/>
            </a:xfrm>
            <a:prstGeom prst="ellipse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/>
            </p:cNvPr>
            <p:cNvSpPr/>
            <p:nvPr/>
          </p:nvSpPr>
          <p:spPr>
            <a:xfrm>
              <a:off x="3237176" y="276745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40970" y="968846"/>
            <a:ext cx="473648" cy="469802"/>
            <a:chOff x="3140970" y="968846"/>
            <a:chExt cx="473648" cy="469802"/>
          </a:xfrm>
        </p:grpSpPr>
        <p:sp>
          <p:nvSpPr>
            <p:cNvPr id="53" name="椭圆 11">
              <a:extLst/>
            </p:cNvPr>
            <p:cNvSpPr/>
            <p:nvPr/>
          </p:nvSpPr>
          <p:spPr>
            <a:xfrm>
              <a:off x="3140970" y="968846"/>
              <a:ext cx="473648" cy="469802"/>
            </a:xfrm>
            <a:prstGeom prst="ellipse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15">
              <a:extLst/>
            </p:cNvPr>
            <p:cNvSpPr/>
            <p:nvPr/>
          </p:nvSpPr>
          <p:spPr>
            <a:xfrm>
              <a:off x="3237176" y="1063129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B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140970" y="1755230"/>
            <a:ext cx="473648" cy="469802"/>
            <a:chOff x="3140970" y="1755230"/>
            <a:chExt cx="473648" cy="469802"/>
          </a:xfrm>
        </p:grpSpPr>
        <p:sp>
          <p:nvSpPr>
            <p:cNvPr id="63" name="椭圆 11">
              <a:extLst/>
            </p:cNvPr>
            <p:cNvSpPr/>
            <p:nvPr/>
          </p:nvSpPr>
          <p:spPr>
            <a:xfrm>
              <a:off x="3140970" y="1755230"/>
              <a:ext cx="473648" cy="469802"/>
            </a:xfrm>
            <a:prstGeom prst="ellipse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15">
              <a:extLst/>
            </p:cNvPr>
            <p:cNvSpPr/>
            <p:nvPr/>
          </p:nvSpPr>
          <p:spPr>
            <a:xfrm>
              <a:off x="3237176" y="1849513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P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Straight Arrow Connector 16"/>
          <p:cNvCxnSpPr>
            <a:stCxn id="53" idx="6"/>
            <a:endCxn id="27" idx="1"/>
          </p:cNvCxnSpPr>
          <p:nvPr/>
        </p:nvCxnSpPr>
        <p:spPr>
          <a:xfrm flipV="1">
            <a:off x="3614618" y="1192806"/>
            <a:ext cx="549502" cy="10941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3" idx="6"/>
            <a:endCxn id="24" idx="1"/>
          </p:cNvCxnSpPr>
          <p:nvPr/>
        </p:nvCxnSpPr>
        <p:spPr>
          <a:xfrm flipV="1">
            <a:off x="3614618" y="1989398"/>
            <a:ext cx="5495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" idx="6"/>
            <a:endCxn id="3" idx="1"/>
          </p:cNvCxnSpPr>
          <p:nvPr/>
        </p:nvCxnSpPr>
        <p:spPr>
          <a:xfrm>
            <a:off x="3614618" y="417363"/>
            <a:ext cx="549502" cy="6585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4164120" y="189780"/>
            <a:ext cx="468336" cy="468336"/>
            <a:chOff x="4164120" y="189780"/>
            <a:chExt cx="468336" cy="468336"/>
          </a:xfrm>
        </p:grpSpPr>
        <p:sp>
          <p:nvSpPr>
            <p:cNvPr id="3" name="Rectangle 2"/>
            <p:cNvSpPr/>
            <p:nvPr/>
          </p:nvSpPr>
          <p:spPr>
            <a:xfrm>
              <a:off x="4164120" y="189780"/>
              <a:ext cx="468336" cy="468336"/>
            </a:xfrm>
            <a:prstGeom prst="rect">
              <a:avLst/>
            </a:prstGeom>
            <a:solidFill>
              <a:srgbClr val="0066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257670" y="283330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164120" y="1755230"/>
            <a:ext cx="468336" cy="468336"/>
            <a:chOff x="4164120" y="1755230"/>
            <a:chExt cx="468336" cy="468336"/>
          </a:xfrm>
        </p:grpSpPr>
        <p:sp>
          <p:nvSpPr>
            <p:cNvPr id="24" name="Rectangle 23"/>
            <p:cNvSpPr/>
            <p:nvPr/>
          </p:nvSpPr>
          <p:spPr>
            <a:xfrm>
              <a:off x="4164120" y="1755230"/>
              <a:ext cx="468336" cy="468336"/>
            </a:xfrm>
            <a:prstGeom prst="rect">
              <a:avLst/>
            </a:prstGeom>
            <a:solidFill>
              <a:srgbClr val="00CC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257670" y="1848780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164120" y="958638"/>
            <a:ext cx="468336" cy="468336"/>
            <a:chOff x="4164120" y="958638"/>
            <a:chExt cx="468336" cy="468336"/>
          </a:xfrm>
        </p:grpSpPr>
        <p:sp>
          <p:nvSpPr>
            <p:cNvPr id="27" name="Rectangle 26"/>
            <p:cNvSpPr/>
            <p:nvPr/>
          </p:nvSpPr>
          <p:spPr>
            <a:xfrm>
              <a:off x="4164120" y="958638"/>
              <a:ext cx="468336" cy="468336"/>
            </a:xfrm>
            <a:prstGeom prst="rect">
              <a:avLst/>
            </a:prstGeom>
            <a:solidFill>
              <a:srgbClr val="99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257670" y="1052188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272389" y="957172"/>
            <a:ext cx="468336" cy="468336"/>
            <a:chOff x="2272389" y="957172"/>
            <a:chExt cx="468336" cy="468336"/>
          </a:xfrm>
        </p:grpSpPr>
        <p:sp>
          <p:nvSpPr>
            <p:cNvPr id="22" name="Rectangle 21"/>
            <p:cNvSpPr/>
            <p:nvPr/>
          </p:nvSpPr>
          <p:spPr>
            <a:xfrm>
              <a:off x="2272389" y="957172"/>
              <a:ext cx="468336" cy="468336"/>
            </a:xfrm>
            <a:prstGeom prst="rect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365939" y="1050722"/>
              <a:ext cx="281236" cy="2812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W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466408" y="955706"/>
            <a:ext cx="473648" cy="469802"/>
            <a:chOff x="1466408" y="955706"/>
            <a:chExt cx="473648" cy="469802"/>
          </a:xfrm>
        </p:grpSpPr>
        <p:sp>
          <p:nvSpPr>
            <p:cNvPr id="29" name="椭圆 11">
              <a:extLst/>
            </p:cNvPr>
            <p:cNvSpPr/>
            <p:nvPr/>
          </p:nvSpPr>
          <p:spPr>
            <a:xfrm>
              <a:off x="1466408" y="955706"/>
              <a:ext cx="473648" cy="469802"/>
            </a:xfrm>
            <a:prstGeom prst="ellipse">
              <a:avLst/>
            </a:prstGeom>
            <a:solidFill>
              <a:srgbClr val="336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15">
              <a:extLst/>
            </p:cNvPr>
            <p:cNvSpPr/>
            <p:nvPr/>
          </p:nvSpPr>
          <p:spPr>
            <a:xfrm>
              <a:off x="1562614" y="1049989"/>
              <a:ext cx="281236" cy="28123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W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" name="Straight Arrow Connector 8"/>
          <p:cNvCxnSpPr>
            <a:stCxn id="22" idx="3"/>
            <a:endCxn id="53" idx="2"/>
          </p:cNvCxnSpPr>
          <p:nvPr/>
        </p:nvCxnSpPr>
        <p:spPr>
          <a:xfrm>
            <a:off x="2740725" y="1191340"/>
            <a:ext cx="400245" cy="12407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9" idx="0"/>
            <a:endCxn id="15" idx="2"/>
          </p:cNvCxnSpPr>
          <p:nvPr/>
        </p:nvCxnSpPr>
        <p:spPr>
          <a:xfrm flipV="1">
            <a:off x="1703232" y="417363"/>
            <a:ext cx="1437738" cy="538343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2" idx="2"/>
            <a:endCxn id="63" idx="2"/>
          </p:cNvCxnSpPr>
          <p:nvPr/>
        </p:nvCxnSpPr>
        <p:spPr>
          <a:xfrm>
            <a:off x="2506557" y="1425508"/>
            <a:ext cx="634413" cy="564623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29" idx="2"/>
          </p:cNvCxnSpPr>
          <p:nvPr/>
        </p:nvCxnSpPr>
        <p:spPr>
          <a:xfrm flipV="1">
            <a:off x="1153730" y="1190607"/>
            <a:ext cx="312678" cy="657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6"/>
            <a:endCxn id="22" idx="1"/>
          </p:cNvCxnSpPr>
          <p:nvPr/>
        </p:nvCxnSpPr>
        <p:spPr>
          <a:xfrm>
            <a:off x="1940056" y="1190607"/>
            <a:ext cx="332333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861598" y="2627744"/>
            <a:ext cx="6193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861598" y="2989480"/>
            <a:ext cx="619302" cy="734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32291" y="2458467"/>
            <a:ext cx="9099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Sync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32291" y="2820203"/>
            <a:ext cx="101290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Async</a:t>
            </a:r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51691" y="2487126"/>
            <a:ext cx="281236" cy="281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807868" y="2543303"/>
            <a:ext cx="168882" cy="16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椭圆 11">
            <a:extLst/>
          </p:cNvPr>
          <p:cNvSpPr/>
          <p:nvPr/>
        </p:nvSpPr>
        <p:spPr>
          <a:xfrm>
            <a:off x="2738065" y="2853058"/>
            <a:ext cx="308488" cy="28123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15">
            <a:extLst/>
          </p:cNvPr>
          <p:cNvSpPr/>
          <p:nvPr/>
        </p:nvSpPr>
        <p:spPr>
          <a:xfrm>
            <a:off x="2800724" y="2909498"/>
            <a:ext cx="183170" cy="1683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226530" y="2458467"/>
            <a:ext cx="7761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22877" y="2820203"/>
            <a:ext cx="88646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</a:p>
        </p:txBody>
      </p:sp>
    </p:spTree>
    <p:extLst>
      <p:ext uri="{BB962C8B-B14F-4D97-AF65-F5344CB8AC3E}">
        <p14:creationId xmlns:p14="http://schemas.microsoft.com/office/powerpoint/2010/main" val="324394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20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3236" y="966510"/>
            <a:ext cx="851204" cy="48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5" name="椭圆 11">
            <a:extLst/>
          </p:cNvPr>
          <p:cNvSpPr/>
          <p:nvPr/>
        </p:nvSpPr>
        <p:spPr>
          <a:xfrm>
            <a:off x="2583780" y="193266"/>
            <a:ext cx="473648" cy="469802"/>
          </a:xfrm>
          <a:prstGeom prst="ellipse">
            <a:avLst/>
          </a:prstGeom>
          <a:solidFill>
            <a:srgbClr val="0066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/>
          </p:cNvPr>
          <p:cNvSpPr/>
          <p:nvPr/>
        </p:nvSpPr>
        <p:spPr>
          <a:xfrm>
            <a:off x="2679986" y="287549"/>
            <a:ext cx="281236" cy="2812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S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椭圆 11">
            <a:extLst/>
          </p:cNvPr>
          <p:cNvSpPr/>
          <p:nvPr/>
        </p:nvSpPr>
        <p:spPr>
          <a:xfrm>
            <a:off x="2583780" y="979650"/>
            <a:ext cx="473648" cy="469802"/>
          </a:xfrm>
          <a:prstGeom prst="ellipse">
            <a:avLst/>
          </a:prstGeom>
          <a:solidFill>
            <a:srgbClr val="99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15">
            <a:extLst/>
          </p:cNvPr>
          <p:cNvSpPr/>
          <p:nvPr/>
        </p:nvSpPr>
        <p:spPr>
          <a:xfrm>
            <a:off x="2679986" y="1073933"/>
            <a:ext cx="281236" cy="2812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63" name="椭圆 11">
            <a:extLst/>
          </p:cNvPr>
          <p:cNvSpPr/>
          <p:nvPr/>
        </p:nvSpPr>
        <p:spPr>
          <a:xfrm>
            <a:off x="2583780" y="1766034"/>
            <a:ext cx="473648" cy="469802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15">
            <a:extLst/>
          </p:cNvPr>
          <p:cNvSpPr/>
          <p:nvPr/>
        </p:nvSpPr>
        <p:spPr>
          <a:xfrm>
            <a:off x="2679986" y="1860317"/>
            <a:ext cx="281236" cy="2812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P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53" idx="6"/>
            <a:endCxn id="27" idx="1"/>
          </p:cNvCxnSpPr>
          <p:nvPr/>
        </p:nvCxnSpPr>
        <p:spPr>
          <a:xfrm>
            <a:off x="3057428" y="1214551"/>
            <a:ext cx="7430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3" idx="6"/>
            <a:endCxn id="24" idx="1"/>
          </p:cNvCxnSpPr>
          <p:nvPr/>
        </p:nvCxnSpPr>
        <p:spPr>
          <a:xfrm flipV="1">
            <a:off x="3057428" y="2000202"/>
            <a:ext cx="743002" cy="733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5" idx="6"/>
            <a:endCxn id="3" idx="1"/>
          </p:cNvCxnSpPr>
          <p:nvPr/>
        </p:nvCxnSpPr>
        <p:spPr>
          <a:xfrm>
            <a:off x="3057428" y="428167"/>
            <a:ext cx="743002" cy="18259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800430" y="212258"/>
            <a:ext cx="468336" cy="468336"/>
          </a:xfrm>
          <a:prstGeom prst="rect">
            <a:avLst/>
          </a:prstGeom>
          <a:solidFill>
            <a:srgbClr val="0066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93980" y="305808"/>
            <a:ext cx="281236" cy="281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0430" y="1766034"/>
            <a:ext cx="468336" cy="468336"/>
          </a:xfrm>
          <a:prstGeom prst="rect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3893980" y="1859584"/>
            <a:ext cx="281236" cy="281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00430" y="981116"/>
            <a:ext cx="468336" cy="468336"/>
          </a:xfrm>
          <a:prstGeom prst="rect">
            <a:avLst/>
          </a:prstGeom>
          <a:solidFill>
            <a:srgbClr val="99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3893980" y="1074666"/>
            <a:ext cx="281236" cy="281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00430" y="2577448"/>
            <a:ext cx="468336" cy="468336"/>
          </a:xfrm>
          <a:prstGeom prst="rect">
            <a:avLst/>
          </a:prstGeom>
          <a:solidFill>
            <a:srgbClr val="33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893980" y="2670998"/>
            <a:ext cx="281236" cy="281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</a:t>
            </a:r>
          </a:p>
        </p:txBody>
      </p:sp>
      <p:sp>
        <p:nvSpPr>
          <p:cNvPr id="29" name="椭圆 11">
            <a:extLst/>
          </p:cNvPr>
          <p:cNvSpPr/>
          <p:nvPr/>
        </p:nvSpPr>
        <p:spPr>
          <a:xfrm>
            <a:off x="1603955" y="979650"/>
            <a:ext cx="473648" cy="469802"/>
          </a:xfrm>
          <a:prstGeom prst="ellipse">
            <a:avLst/>
          </a:prstGeom>
          <a:solidFill>
            <a:srgbClr val="33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15">
            <a:extLst/>
          </p:cNvPr>
          <p:cNvSpPr/>
          <p:nvPr/>
        </p:nvSpPr>
        <p:spPr>
          <a:xfrm>
            <a:off x="1700161" y="1073933"/>
            <a:ext cx="281236" cy="2812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W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>
            <a:stCxn id="29" idx="6"/>
            <a:endCxn id="53" idx="2"/>
          </p:cNvCxnSpPr>
          <p:nvPr/>
        </p:nvCxnSpPr>
        <p:spPr>
          <a:xfrm>
            <a:off x="2077603" y="1214551"/>
            <a:ext cx="506177" cy="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9" idx="7"/>
            <a:endCxn id="15" idx="3"/>
          </p:cNvCxnSpPr>
          <p:nvPr/>
        </p:nvCxnSpPr>
        <p:spPr>
          <a:xfrm flipV="1">
            <a:off x="2008239" y="594267"/>
            <a:ext cx="644905" cy="454184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29" idx="5"/>
            <a:endCxn id="63" idx="1"/>
          </p:cNvCxnSpPr>
          <p:nvPr/>
        </p:nvCxnSpPr>
        <p:spPr>
          <a:xfrm>
            <a:off x="2008239" y="1380651"/>
            <a:ext cx="644905" cy="454184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29" idx="2"/>
          </p:cNvCxnSpPr>
          <p:nvPr/>
        </p:nvCxnSpPr>
        <p:spPr>
          <a:xfrm>
            <a:off x="1234440" y="1207981"/>
            <a:ext cx="369515" cy="6570"/>
          </a:xfrm>
          <a:prstGeom prst="straightConnector1">
            <a:avLst/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9" idx="4"/>
            <a:endCxn id="22" idx="1"/>
          </p:cNvCxnSpPr>
          <p:nvPr/>
        </p:nvCxnSpPr>
        <p:spPr>
          <a:xfrm rot="16200000" flipH="1">
            <a:off x="2139522" y="1150708"/>
            <a:ext cx="1362164" cy="1959651"/>
          </a:xfrm>
          <a:prstGeom prst="bentConnector2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92496" y="3388862"/>
            <a:ext cx="61930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692496" y="3750598"/>
            <a:ext cx="619302" cy="734"/>
          </a:xfrm>
          <a:prstGeom prst="straightConnector1">
            <a:avLst/>
          </a:prstGeom>
          <a:ln w="1905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363189" y="3219585"/>
            <a:ext cx="9099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Sync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63189" y="3581321"/>
            <a:ext cx="101290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Async</a:t>
            </a:r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Call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82589" y="3248244"/>
            <a:ext cx="281236" cy="2812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2638766" y="3304421"/>
            <a:ext cx="168882" cy="168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椭圆 11">
            <a:extLst/>
          </p:cNvPr>
          <p:cNvSpPr/>
          <p:nvPr/>
        </p:nvSpPr>
        <p:spPr>
          <a:xfrm>
            <a:off x="2568963" y="3614176"/>
            <a:ext cx="308488" cy="28123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15">
            <a:extLst/>
          </p:cNvPr>
          <p:cNvSpPr/>
          <p:nvPr/>
        </p:nvSpPr>
        <p:spPr>
          <a:xfrm>
            <a:off x="2631622" y="3670616"/>
            <a:ext cx="183170" cy="16835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057428" y="3219585"/>
            <a:ext cx="77617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Minion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53775" y="3581321"/>
            <a:ext cx="88646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Claptrap</a:t>
            </a:r>
          </a:p>
        </p:txBody>
      </p:sp>
    </p:spTree>
    <p:extLst>
      <p:ext uri="{BB962C8B-B14F-4D97-AF65-F5344CB8AC3E}">
        <p14:creationId xmlns:p14="http://schemas.microsoft.com/office/powerpoint/2010/main" val="49034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88</Words>
  <Application>Microsoft Office PowerPoint</Application>
  <PresentationFormat>Widescreen</PresentationFormat>
  <Paragraphs>73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Kun Yu</dc:creator>
  <cp:lastModifiedBy>cn-pdc-d-justin</cp:lastModifiedBy>
  <cp:revision>71</cp:revision>
  <dcterms:created xsi:type="dcterms:W3CDTF">2019-02-26T13:04:12Z</dcterms:created>
  <dcterms:modified xsi:type="dcterms:W3CDTF">2019-03-07T06:29:19Z</dcterms:modified>
</cp:coreProperties>
</file>